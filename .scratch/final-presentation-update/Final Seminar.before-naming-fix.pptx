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8" r:id="rId3"/>
    <p:sldId id="275" r:id="rId4"/>
    <p:sldId id="269" r:id="rId5"/>
    <p:sldId id="268" r:id="rId6"/>
    <p:sldId id="276" r:id="rId7"/>
    <p:sldId id="286" r:id="rId8"/>
    <p:sldId id="283" r:id="rId9"/>
    <p:sldId id="284" r:id="rId10"/>
    <p:sldId id="257" r:id="rId11"/>
    <p:sldId id="259" r:id="rId12"/>
    <p:sldId id="260" r:id="rId13"/>
    <p:sldId id="279" r:id="rId14"/>
    <p:sldId id="280" r:id="rId15"/>
    <p:sldId id="282" r:id="rId16"/>
    <p:sldId id="285" r:id="rId17"/>
    <p:sldId id="265" r:id="rId18"/>
    <p:sldId id="263" r:id="rId19"/>
    <p:sldId id="281" r:id="rId20"/>
    <p:sldId id="272" r:id="rId21"/>
    <p:sldId id="266" r:id="rId22"/>
    <p:sldId id="270" r:id="rId23"/>
    <p:sldId id="277" r:id="rId24"/>
    <p:sldId id="278" r:id="rId25"/>
    <p:sldId id="26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BF5219-141B-4B15-B12B-FD9888D4FAD0}" v="41" dt="2026-10-13T23:36:29.0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307" autoAdjust="0"/>
  </p:normalViewPr>
  <p:slideViewPr>
    <p:cSldViewPr snapToGrid="0">
      <p:cViewPr>
        <p:scale>
          <a:sx n="75" d="100"/>
          <a:sy n="75" d="100"/>
        </p:scale>
        <p:origin x="946" y="-149"/>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Long" userId="f0dab1f4b2f59987" providerId="LiveId" clId="{BD423006-59C5-4E11-8B6B-507DC77F169F}"/>
    <pc:docChg chg="undo redo custSel addSld delSld modSld sldOrd">
      <pc:chgData name="David Long" userId="f0dab1f4b2f59987" providerId="LiveId" clId="{BD423006-59C5-4E11-8B6B-507DC77F169F}" dt="2026-10-13T23:37:37.852" v="11788" actId="403"/>
      <pc:docMkLst>
        <pc:docMk/>
      </pc:docMkLst>
      <pc:sldChg chg="modSp mod ord modNotes">
        <pc:chgData name="David Long" userId="f0dab1f4b2f59987" providerId="LiveId" clId="{BD423006-59C5-4E11-8B6B-507DC77F169F}" dt="2026-10-13T23:37:37.852" v="11788" actId="403"/>
        <pc:sldMkLst>
          <pc:docMk/>
          <pc:sldMk cId="3230234624" sldId="256"/>
        </pc:sldMkLst>
        <pc:spChg chg="mod">
          <ac:chgData name="David Long" userId="f0dab1f4b2f59987" providerId="LiveId" clId="{BD423006-59C5-4E11-8B6B-507DC77F169F}" dt="2026-10-13T23:37:37.852" v="11788" actId="403"/>
          <ac:spMkLst>
            <pc:docMk/>
            <pc:sldMk cId="3230234624" sldId="256"/>
            <ac:spMk id="9" creationId="{B6F76717-FBF4-D43F-202F-9235C7C3C349}"/>
          </ac:spMkLst>
        </pc:spChg>
        <pc:picChg chg="mod">
          <ac:chgData name="David Long" userId="f0dab1f4b2f59987" providerId="LiveId" clId="{BD423006-59C5-4E11-8B6B-507DC77F169F}" dt="2026-10-13T23:37:06.791" v="11769" actId="1076"/>
          <ac:picMkLst>
            <pc:docMk/>
            <pc:sldMk cId="3230234624" sldId="256"/>
            <ac:picMk id="10" creationId="{76A11E68-1434-FB0F-7BF1-51BB9BD25F77}"/>
          </ac:picMkLst>
        </pc:picChg>
      </pc:sldChg>
      <pc:sldChg chg="modSp add mod ord modNotes">
        <pc:chgData name="David Long" userId="f0dab1f4b2f59987" providerId="LiveId" clId="{BD423006-59C5-4E11-8B6B-507DC77F169F}" dt="2026-10-13T23:28:32.062" v="11722" actId="947"/>
        <pc:sldMkLst>
          <pc:docMk/>
          <pc:sldMk cId="0" sldId="257"/>
        </pc:sldMkLst>
        <pc:spChg chg="mod">
          <ac:chgData name="David Long" userId="f0dab1f4b2f59987" providerId="LiveId" clId="{BD423006-59C5-4E11-8B6B-507DC77F169F}" dt="2026-10-13T23:26:01.804" v="10378" actId="947"/>
          <ac:spMkLst>
            <pc:docMk/>
            <pc:sldMk cId="0" sldId="257"/>
            <ac:spMk id="4" creationId="{00000000-0000-0000-0000-000000000000}"/>
          </ac:spMkLst>
        </pc:spChg>
        <pc:spChg chg="mod">
          <ac:chgData name="David Long" userId="f0dab1f4b2f59987" providerId="LiveId" clId="{BD423006-59C5-4E11-8B6B-507DC77F169F}" dt="2026-10-13T23:26:01.788" v="10369" actId="947"/>
          <ac:spMkLst>
            <pc:docMk/>
            <pc:sldMk cId="0" sldId="257"/>
            <ac:spMk id="5" creationId="{00000000-0000-0000-0000-000000000000}"/>
          </ac:spMkLst>
        </pc:spChg>
        <pc:spChg chg="mod">
          <ac:chgData name="David Long" userId="f0dab1f4b2f59987" providerId="LiveId" clId="{BD423006-59C5-4E11-8B6B-507DC77F169F}" dt="2026-10-13T23:25:59.833" v="10117" actId="139"/>
          <ac:spMkLst>
            <pc:docMk/>
            <pc:sldMk cId="0" sldId="257"/>
            <ac:spMk id="7" creationId="{00000000-0000-0000-0000-000000000000}"/>
          </ac:spMkLst>
        </pc:spChg>
        <pc:spChg chg="mod">
          <ac:chgData name="David Long" userId="f0dab1f4b2f59987" providerId="LiveId" clId="{BD423006-59C5-4E11-8B6B-507DC77F169F}" dt="2026-10-13T23:26:02.481" v="10656"/>
          <ac:spMkLst>
            <pc:docMk/>
            <pc:sldMk cId="0" sldId="257"/>
            <ac:spMk id="8" creationId="{00000000-0000-0000-0000-000000000000}"/>
          </ac:spMkLst>
        </pc:spChg>
        <pc:spChg chg="mod">
          <ac:chgData name="David Long" userId="f0dab1f4b2f59987" providerId="LiveId" clId="{BD423006-59C5-4E11-8B6B-507DC77F169F}" dt="2026-10-13T23:25:59.881" v="10123" actId="139"/>
          <ac:spMkLst>
            <pc:docMk/>
            <pc:sldMk cId="0" sldId="257"/>
            <ac:spMk id="10" creationId="{00000000-0000-0000-0000-000000000000}"/>
          </ac:spMkLst>
        </pc:spChg>
        <pc:spChg chg="mod">
          <ac:chgData name="David Long" userId="f0dab1f4b2f59987" providerId="LiveId" clId="{BD423006-59C5-4E11-8B6B-507DC77F169F}" dt="2026-10-13T23:26:02.493" v="10659"/>
          <ac:spMkLst>
            <pc:docMk/>
            <pc:sldMk cId="0" sldId="257"/>
            <ac:spMk id="11" creationId="{00000000-0000-0000-0000-000000000000}"/>
          </ac:spMkLst>
        </pc:spChg>
        <pc:spChg chg="mod">
          <ac:chgData name="David Long" userId="f0dab1f4b2f59987" providerId="LiveId" clId="{BD423006-59C5-4E11-8B6B-507DC77F169F}" dt="2026-10-13T23:25:59.925" v="10129" actId="139"/>
          <ac:spMkLst>
            <pc:docMk/>
            <pc:sldMk cId="0" sldId="257"/>
            <ac:spMk id="13" creationId="{00000000-0000-0000-0000-000000000000}"/>
          </ac:spMkLst>
        </pc:spChg>
        <pc:spChg chg="mod">
          <ac:chgData name="David Long" userId="f0dab1f4b2f59987" providerId="LiveId" clId="{BD423006-59C5-4E11-8B6B-507DC77F169F}" dt="2026-10-13T23:28:32.062" v="11722" actId="947"/>
          <ac:spMkLst>
            <pc:docMk/>
            <pc:sldMk cId="0" sldId="257"/>
            <ac:spMk id="14" creationId="{00000000-0000-0000-0000-000000000000}"/>
          </ac:spMkLst>
        </pc:spChg>
      </pc:sldChg>
      <pc:sldChg chg="delSp modSp add mod ord setBg delDesignElem modNotes">
        <pc:chgData name="David Long" userId="f0dab1f4b2f59987" providerId="LiveId" clId="{BD423006-59C5-4E11-8B6B-507DC77F169F}" dt="2026-10-13T23:26:09.576" v="11668" actId="20577"/>
        <pc:sldMkLst>
          <pc:docMk/>
          <pc:sldMk cId="3285733717" sldId="258"/>
        </pc:sldMkLst>
        <pc:spChg chg="mod">
          <ac:chgData name="David Long" userId="f0dab1f4b2f59987" providerId="LiveId" clId="{BD423006-59C5-4E11-8B6B-507DC77F169F}" dt="2026-10-13T23:25:59.402" v="10072" actId="139"/>
          <ac:spMkLst>
            <pc:docMk/>
            <pc:sldMk cId="3285733717" sldId="258"/>
            <ac:spMk id="2" creationId="{F345AD5A-A999-31AC-C7EE-FD3C41CC11C2}"/>
          </ac:spMkLst>
        </pc:spChg>
        <pc:spChg chg="mod">
          <ac:chgData name="David Long" userId="f0dab1f4b2f59987" providerId="LiveId" clId="{BD423006-59C5-4E11-8B6B-507DC77F169F}" dt="2026-10-13T23:26:02.179" v="10625" actId="948"/>
          <ac:spMkLst>
            <pc:docMk/>
            <pc:sldMk cId="3285733717" sldId="258"/>
            <ac:spMk id="3" creationId="{DE578AE2-AAF2-7D4A-3EC2-6D7583687400}"/>
          </ac:spMkLst>
        </pc:spChg>
        <pc:spChg chg="del">
          <ac:chgData name="David Long" userId="f0dab1f4b2f59987" providerId="LiveId" clId="{BD423006-59C5-4E11-8B6B-507DC77F169F}" dt="2026-10-13T22:44:53.720" v="9956"/>
          <ac:spMkLst>
            <pc:docMk/>
            <pc:sldMk cId="3285733717" sldId="258"/>
            <ac:spMk id="33" creationId="{C0763A76-9F1C-4FC5-82B7-DD475DA461B2}"/>
          </ac:spMkLst>
        </pc:spChg>
        <pc:spChg chg="del">
          <ac:chgData name="David Long" userId="f0dab1f4b2f59987" providerId="LiveId" clId="{BD423006-59C5-4E11-8B6B-507DC77F169F}" dt="2026-10-13T22:44:53.720" v="9956"/>
          <ac:spMkLst>
            <pc:docMk/>
            <pc:sldMk cId="3285733717" sldId="258"/>
            <ac:spMk id="35" creationId="{E81BF4F6-F2CF-4984-9D14-D6966D92F99F}"/>
          </ac:spMkLst>
        </pc:spChg>
      </pc:sldChg>
      <pc:sldChg chg="modSp add mod ord modNotes">
        <pc:chgData name="David Long" userId="f0dab1f4b2f59987" providerId="LiveId" clId="{BD423006-59C5-4E11-8B6B-507DC77F169F}" dt="2026-10-13T23:26:10.438" v="11677" actId="20577"/>
        <pc:sldMkLst>
          <pc:docMk/>
          <pc:sldMk cId="0" sldId="259"/>
        </pc:sldMkLst>
        <pc:spChg chg="mod">
          <ac:chgData name="David Long" userId="f0dab1f4b2f59987" providerId="LiveId" clId="{BD423006-59C5-4E11-8B6B-507DC77F169F}" dt="2026-10-13T23:26:01.826" v="10396" actId="947"/>
          <ac:spMkLst>
            <pc:docMk/>
            <pc:sldMk cId="0" sldId="259"/>
            <ac:spMk id="4" creationId="{00000000-0000-0000-0000-000000000000}"/>
          </ac:spMkLst>
        </pc:spChg>
        <pc:spChg chg="mod">
          <ac:chgData name="David Long" userId="f0dab1f4b2f59987" providerId="LiveId" clId="{BD423006-59C5-4E11-8B6B-507DC77F169F}" dt="2026-10-13T23:26:01.815" v="10387" actId="947"/>
          <ac:spMkLst>
            <pc:docMk/>
            <pc:sldMk cId="0" sldId="259"/>
            <ac:spMk id="5" creationId="{00000000-0000-0000-0000-000000000000}"/>
          </ac:spMkLst>
        </pc:spChg>
        <pc:spChg chg="mod">
          <ac:chgData name="David Long" userId="f0dab1f4b2f59987" providerId="LiveId" clId="{BD423006-59C5-4E11-8B6B-507DC77F169F}" dt="2026-10-13T23:26:00.126" v="10156" actId="139"/>
          <ac:spMkLst>
            <pc:docMk/>
            <pc:sldMk cId="0" sldId="259"/>
            <ac:spMk id="7" creationId="{00000000-0000-0000-0000-000000000000}"/>
          </ac:spMkLst>
        </pc:spChg>
        <pc:spChg chg="mod">
          <ac:chgData name="David Long" userId="f0dab1f4b2f59987" providerId="LiveId" clId="{BD423006-59C5-4E11-8B6B-507DC77F169F}" dt="2026-10-13T23:26:02.546" v="10663" actId="948"/>
          <ac:spMkLst>
            <pc:docMk/>
            <pc:sldMk cId="0" sldId="259"/>
            <ac:spMk id="8" creationId="{00000000-0000-0000-0000-000000000000}"/>
          </ac:spMkLst>
        </pc:spChg>
        <pc:spChg chg="mod">
          <ac:chgData name="David Long" userId="f0dab1f4b2f59987" providerId="LiveId" clId="{BD423006-59C5-4E11-8B6B-507DC77F169F}" dt="2026-10-13T23:26:00.167" v="10162" actId="139"/>
          <ac:spMkLst>
            <pc:docMk/>
            <pc:sldMk cId="0" sldId="259"/>
            <ac:spMk id="10" creationId="{00000000-0000-0000-0000-000000000000}"/>
          </ac:spMkLst>
        </pc:spChg>
        <pc:spChg chg="mod">
          <ac:chgData name="David Long" userId="f0dab1f4b2f59987" providerId="LiveId" clId="{BD423006-59C5-4E11-8B6B-507DC77F169F}" dt="2026-10-13T23:26:02.563" v="10665" actId="948"/>
          <ac:spMkLst>
            <pc:docMk/>
            <pc:sldMk cId="0" sldId="259"/>
            <ac:spMk id="11" creationId="{00000000-0000-0000-0000-000000000000}"/>
          </ac:spMkLst>
        </pc:spChg>
        <pc:spChg chg="mod">
          <ac:chgData name="David Long" userId="f0dab1f4b2f59987" providerId="LiveId" clId="{BD423006-59C5-4E11-8B6B-507DC77F169F}" dt="2026-10-13T23:26:02.615" v="10670" actId="947"/>
          <ac:spMkLst>
            <pc:docMk/>
            <pc:sldMk cId="0" sldId="259"/>
            <ac:spMk id="13" creationId="{00000000-0000-0000-0000-000000000000}"/>
          </ac:spMkLst>
        </pc:spChg>
      </pc:sldChg>
      <pc:sldChg chg="modSp add mod ord modNotes">
        <pc:chgData name="David Long" userId="f0dab1f4b2f59987" providerId="LiveId" clId="{BD423006-59C5-4E11-8B6B-507DC77F169F}" dt="2026-10-13T23:28:31.945" v="11713"/>
        <pc:sldMkLst>
          <pc:docMk/>
          <pc:sldMk cId="0" sldId="260"/>
        </pc:sldMkLst>
        <pc:spChg chg="mod">
          <ac:chgData name="David Long" userId="f0dab1f4b2f59987" providerId="LiveId" clId="{BD423006-59C5-4E11-8B6B-507DC77F169F}" dt="2026-10-13T23:26:01.848" v="10414" actId="947"/>
          <ac:spMkLst>
            <pc:docMk/>
            <pc:sldMk cId="0" sldId="260"/>
            <ac:spMk id="4" creationId="{00000000-0000-0000-0000-000000000000}"/>
          </ac:spMkLst>
        </pc:spChg>
        <pc:spChg chg="mod">
          <ac:chgData name="David Long" userId="f0dab1f4b2f59987" providerId="LiveId" clId="{BD423006-59C5-4E11-8B6B-507DC77F169F}" dt="2026-10-13T23:26:01.838" v="10405" actId="947"/>
          <ac:spMkLst>
            <pc:docMk/>
            <pc:sldMk cId="0" sldId="260"/>
            <ac:spMk id="5" creationId="{00000000-0000-0000-0000-000000000000}"/>
          </ac:spMkLst>
        </pc:spChg>
        <pc:spChg chg="mod">
          <ac:chgData name="David Long" userId="f0dab1f4b2f59987" providerId="LiveId" clId="{BD423006-59C5-4E11-8B6B-507DC77F169F}" dt="2026-10-13T23:26:00.301" v="10177" actId="139"/>
          <ac:spMkLst>
            <pc:docMk/>
            <pc:sldMk cId="0" sldId="260"/>
            <ac:spMk id="28" creationId="{0DC6CFA9-0344-FB40-2334-7CF54CCFE2A2}"/>
          </ac:spMkLst>
        </pc:spChg>
        <pc:spChg chg="mod">
          <ac:chgData name="David Long" userId="f0dab1f4b2f59987" providerId="LiveId" clId="{BD423006-59C5-4E11-8B6B-507DC77F169F}" dt="2026-10-13T23:28:31.915" v="11709"/>
          <ac:spMkLst>
            <pc:docMk/>
            <pc:sldMk cId="0" sldId="260"/>
            <ac:spMk id="29" creationId="{72713E3B-DE73-3B19-9B0C-92EAF6752314}"/>
          </ac:spMkLst>
        </pc:spChg>
        <pc:spChg chg="mod">
          <ac:chgData name="David Long" userId="f0dab1f4b2f59987" providerId="LiveId" clId="{BD423006-59C5-4E11-8B6B-507DC77F169F}" dt="2026-10-13T23:26:00.359" v="10183" actId="139"/>
          <ac:spMkLst>
            <pc:docMk/>
            <pc:sldMk cId="0" sldId="260"/>
            <ac:spMk id="30" creationId="{A8447509-304A-2E89-073C-5DF9C6190F67}"/>
          </ac:spMkLst>
        </pc:spChg>
        <pc:spChg chg="mod">
          <ac:chgData name="David Long" userId="f0dab1f4b2f59987" providerId="LiveId" clId="{BD423006-59C5-4E11-8B6B-507DC77F169F}" dt="2026-10-13T23:28:31.927" v="11711"/>
          <ac:spMkLst>
            <pc:docMk/>
            <pc:sldMk cId="0" sldId="260"/>
            <ac:spMk id="31" creationId="{63502A3C-4E28-97BB-30C1-1BE281D678A4}"/>
          </ac:spMkLst>
        </pc:spChg>
        <pc:spChg chg="mod">
          <ac:chgData name="David Long" userId="f0dab1f4b2f59987" providerId="LiveId" clId="{BD423006-59C5-4E11-8B6B-507DC77F169F}" dt="2026-10-13T23:26:00.405" v="10189" actId="139"/>
          <ac:spMkLst>
            <pc:docMk/>
            <pc:sldMk cId="0" sldId="260"/>
            <ac:spMk id="32" creationId="{D0FA4110-8A91-FE3B-1AC9-B9F49D2EC052}"/>
          </ac:spMkLst>
        </pc:spChg>
        <pc:spChg chg="mod">
          <ac:chgData name="David Long" userId="f0dab1f4b2f59987" providerId="LiveId" clId="{BD423006-59C5-4E11-8B6B-507DC77F169F}" dt="2026-10-13T23:28:31.945" v="11713"/>
          <ac:spMkLst>
            <pc:docMk/>
            <pc:sldMk cId="0" sldId="260"/>
            <ac:spMk id="33" creationId="{4DE97C71-71AF-5B1C-3687-833E5F5AACDD}"/>
          </ac:spMkLst>
        </pc:spChg>
        <pc:spChg chg="mod">
          <ac:chgData name="David Long" userId="f0dab1f4b2f59987" providerId="LiveId" clId="{BD423006-59C5-4E11-8B6B-507DC77F169F}" dt="2026-10-13T23:26:00.466" v="10195" actId="139"/>
          <ac:spMkLst>
            <pc:docMk/>
            <pc:sldMk cId="0" sldId="260"/>
            <ac:spMk id="34" creationId="{F0CD6319-A1F3-3BBF-0E99-55774EAFF1EC}"/>
          </ac:spMkLst>
        </pc:spChg>
        <pc:spChg chg="mod">
          <ac:chgData name="David Long" userId="f0dab1f4b2f59987" providerId="LiveId" clId="{BD423006-59C5-4E11-8B6B-507DC77F169F}" dt="2026-10-13T23:26:02.646" v="10673"/>
          <ac:spMkLst>
            <pc:docMk/>
            <pc:sldMk cId="0" sldId="260"/>
            <ac:spMk id="35" creationId="{AFFC559B-5CFD-2504-02D3-C586E044DEB6}"/>
          </ac:spMkLst>
        </pc:spChg>
      </pc:sldChg>
      <pc:sldChg chg="modSp add mod ord modTransition modNotes">
        <pc:chgData name="David Long" userId="f0dab1f4b2f59987" providerId="LiveId" clId="{BD423006-59C5-4E11-8B6B-507DC77F169F}" dt="2026-10-13T23:28:32.140" v="11735"/>
        <pc:sldMkLst>
          <pc:docMk/>
          <pc:sldMk cId="564509533" sldId="262"/>
        </pc:sldMkLst>
        <pc:spChg chg="mod">
          <ac:chgData name="David Long" userId="f0dab1f4b2f59987" providerId="LiveId" clId="{BD423006-59C5-4E11-8B6B-507DC77F169F}" dt="2026-10-13T23:26:02.037" v="10558" actId="947"/>
          <ac:spMkLst>
            <pc:docMk/>
            <pc:sldMk cId="564509533" sldId="262"/>
            <ac:spMk id="4" creationId="{00000000-0000-0000-0000-000000000000}"/>
          </ac:spMkLst>
        </pc:spChg>
        <pc:spChg chg="mod">
          <ac:chgData name="David Long" userId="f0dab1f4b2f59987" providerId="LiveId" clId="{BD423006-59C5-4E11-8B6B-507DC77F169F}" dt="2026-10-13T23:26:02.025" v="10549" actId="947"/>
          <ac:spMkLst>
            <pc:docMk/>
            <pc:sldMk cId="564509533" sldId="262"/>
            <ac:spMk id="5" creationId="{00000000-0000-0000-0000-000000000000}"/>
          </ac:spMkLst>
        </pc:spChg>
        <pc:spChg chg="mod">
          <ac:chgData name="David Long" userId="f0dab1f4b2f59987" providerId="LiveId" clId="{BD423006-59C5-4E11-8B6B-507DC77F169F}" dt="2026-10-13T23:26:01.735" v="10360" actId="139"/>
          <ac:spMkLst>
            <pc:docMk/>
            <pc:sldMk cId="564509533" sldId="262"/>
            <ac:spMk id="7" creationId="{00000000-0000-0000-0000-000000000000}"/>
          </ac:spMkLst>
        </pc:spChg>
      </pc:sldChg>
      <pc:sldChg chg="modSp add mod ord modNotes">
        <pc:chgData name="David Long" userId="f0dab1f4b2f59987" providerId="LiveId" clId="{BD423006-59C5-4E11-8B6B-507DC77F169F}" dt="2026-10-13T23:28:31.974" v="11717"/>
        <pc:sldMkLst>
          <pc:docMk/>
          <pc:sldMk cId="0" sldId="263"/>
        </pc:sldMkLst>
        <pc:spChg chg="mod">
          <ac:chgData name="David Long" userId="f0dab1f4b2f59987" providerId="LiveId" clId="{BD423006-59C5-4E11-8B6B-507DC77F169F}" dt="2026-10-13T23:26:01.893" v="10450" actId="947"/>
          <ac:spMkLst>
            <pc:docMk/>
            <pc:sldMk cId="0" sldId="263"/>
            <ac:spMk id="4" creationId="{00000000-0000-0000-0000-000000000000}"/>
          </ac:spMkLst>
        </pc:spChg>
        <pc:spChg chg="mod">
          <ac:chgData name="David Long" userId="f0dab1f4b2f59987" providerId="LiveId" clId="{BD423006-59C5-4E11-8B6B-507DC77F169F}" dt="2026-10-13T23:26:01.882" v="10441" actId="947"/>
          <ac:spMkLst>
            <pc:docMk/>
            <pc:sldMk cId="0" sldId="263"/>
            <ac:spMk id="5" creationId="{00000000-0000-0000-0000-000000000000}"/>
          </ac:spMkLst>
        </pc:spChg>
        <pc:spChg chg="mod">
          <ac:chgData name="David Long" userId="f0dab1f4b2f59987" providerId="LiveId" clId="{BD423006-59C5-4E11-8B6B-507DC77F169F}" dt="2026-10-13T23:26:00.908" v="10249" actId="139"/>
          <ac:spMkLst>
            <pc:docMk/>
            <pc:sldMk cId="0" sldId="263"/>
            <ac:spMk id="7" creationId="{023F1CF4-A312-8E8E-481A-FD6D6BB15480}"/>
          </ac:spMkLst>
        </pc:spChg>
        <pc:spChg chg="mod">
          <ac:chgData name="David Long" userId="f0dab1f4b2f59987" providerId="LiveId" clId="{BD423006-59C5-4E11-8B6B-507DC77F169F}" dt="2026-10-13T23:26:09.145" v="11614" actId="947"/>
          <ac:spMkLst>
            <pc:docMk/>
            <pc:sldMk cId="0" sldId="263"/>
            <ac:spMk id="8" creationId="{F0AE5DB2-73E5-8FE9-FE51-45675AE50032}"/>
          </ac:spMkLst>
        </pc:spChg>
        <pc:spChg chg="mod">
          <ac:chgData name="David Long" userId="f0dab1f4b2f59987" providerId="LiveId" clId="{BD423006-59C5-4E11-8B6B-507DC77F169F}" dt="2026-10-13T23:26:00.779" v="10237" actId="139"/>
          <ac:spMkLst>
            <pc:docMk/>
            <pc:sldMk cId="0" sldId="263"/>
            <ac:spMk id="13" creationId="{578B1173-56A7-CCBE-B621-B5F6C57B3633}"/>
          </ac:spMkLst>
        </pc:spChg>
        <pc:spChg chg="mod">
          <ac:chgData name="David Long" userId="f0dab1f4b2f59987" providerId="LiveId" clId="{BD423006-59C5-4E11-8B6B-507DC77F169F}" dt="2026-10-13T23:28:31.963" v="11715"/>
          <ac:spMkLst>
            <pc:docMk/>
            <pc:sldMk cId="0" sldId="263"/>
            <ac:spMk id="15" creationId="{917E8644-1360-B249-7DC8-687D66DE8ACE}"/>
          </ac:spMkLst>
        </pc:spChg>
        <pc:spChg chg="mod">
          <ac:chgData name="David Long" userId="f0dab1f4b2f59987" providerId="LiveId" clId="{BD423006-59C5-4E11-8B6B-507DC77F169F}" dt="2026-10-13T23:26:00.844" v="10243" actId="139"/>
          <ac:spMkLst>
            <pc:docMk/>
            <pc:sldMk cId="0" sldId="263"/>
            <ac:spMk id="17" creationId="{BBE33486-1A26-9B55-897F-E21A9D782C94}"/>
          </ac:spMkLst>
        </pc:spChg>
        <pc:spChg chg="mod">
          <ac:chgData name="David Long" userId="f0dab1f4b2f59987" providerId="LiveId" clId="{BD423006-59C5-4E11-8B6B-507DC77F169F}" dt="2026-10-13T23:28:31.974" v="11717"/>
          <ac:spMkLst>
            <pc:docMk/>
            <pc:sldMk cId="0" sldId="263"/>
            <ac:spMk id="19" creationId="{8ACC2210-B02E-C807-76AC-1C2EFAEF7739}"/>
          </ac:spMkLst>
        </pc:spChg>
      </pc:sldChg>
      <pc:sldChg chg="modSp add mod ord modNotes">
        <pc:chgData name="David Long" userId="f0dab1f4b2f59987" providerId="LiveId" clId="{BD423006-59C5-4E11-8B6B-507DC77F169F}" dt="2026-10-13T23:28:32.100" v="11730" actId="11"/>
        <pc:sldMkLst>
          <pc:docMk/>
          <pc:sldMk cId="0" sldId="265"/>
        </pc:sldMkLst>
        <pc:spChg chg="mod">
          <ac:chgData name="David Long" userId="f0dab1f4b2f59987" providerId="LiveId" clId="{BD423006-59C5-4E11-8B6B-507DC77F169F}" dt="2026-10-13T23:26:01.938" v="10486" actId="947"/>
          <ac:spMkLst>
            <pc:docMk/>
            <pc:sldMk cId="0" sldId="265"/>
            <ac:spMk id="4" creationId="{00000000-0000-0000-0000-000000000000}"/>
          </ac:spMkLst>
        </pc:spChg>
        <pc:spChg chg="mod">
          <ac:chgData name="David Long" userId="f0dab1f4b2f59987" providerId="LiveId" clId="{BD423006-59C5-4E11-8B6B-507DC77F169F}" dt="2026-10-13T23:26:01.928" v="10477" actId="947"/>
          <ac:spMkLst>
            <pc:docMk/>
            <pc:sldMk cId="0" sldId="265"/>
            <ac:spMk id="5" creationId="{00000000-0000-0000-0000-000000000000}"/>
          </ac:spMkLst>
        </pc:spChg>
        <pc:spChg chg="mod">
          <ac:chgData name="David Long" userId="f0dab1f4b2f59987" providerId="LiveId" clId="{BD423006-59C5-4E11-8B6B-507DC77F169F}" dt="2026-10-13T23:26:00.642" v="10219" actId="139"/>
          <ac:spMkLst>
            <pc:docMk/>
            <pc:sldMk cId="0" sldId="265"/>
            <ac:spMk id="7" creationId="{00000000-0000-0000-0000-000000000000}"/>
          </ac:spMkLst>
        </pc:spChg>
        <pc:spChg chg="mod">
          <ac:chgData name="David Long" userId="f0dab1f4b2f59987" providerId="LiveId" clId="{BD423006-59C5-4E11-8B6B-507DC77F169F}" dt="2026-10-13T23:26:02.583" v="10667" actId="948"/>
          <ac:spMkLst>
            <pc:docMk/>
            <pc:sldMk cId="0" sldId="265"/>
            <ac:spMk id="8" creationId="{00000000-0000-0000-0000-000000000000}"/>
          </ac:spMkLst>
        </pc:spChg>
        <pc:spChg chg="mod">
          <ac:chgData name="David Long" userId="f0dab1f4b2f59987" providerId="LiveId" clId="{BD423006-59C5-4E11-8B6B-507DC77F169F}" dt="2026-10-13T23:26:00.691" v="10225" actId="139"/>
          <ac:spMkLst>
            <pc:docMk/>
            <pc:sldMk cId="0" sldId="265"/>
            <ac:spMk id="10" creationId="{00000000-0000-0000-0000-000000000000}"/>
          </ac:spMkLst>
        </pc:spChg>
        <pc:spChg chg="mod">
          <ac:chgData name="David Long" userId="f0dab1f4b2f59987" providerId="LiveId" clId="{BD423006-59C5-4E11-8B6B-507DC77F169F}" dt="2026-10-13T23:28:32.100" v="11730" actId="11"/>
          <ac:spMkLst>
            <pc:docMk/>
            <pc:sldMk cId="0" sldId="265"/>
            <ac:spMk id="11" creationId="{00000000-0000-0000-0000-000000000000}"/>
          </ac:spMkLst>
        </pc:spChg>
      </pc:sldChg>
      <pc:sldChg chg="modSp mod ord modTransition modNotes">
        <pc:chgData name="David Long" userId="f0dab1f4b2f59987" providerId="LiveId" clId="{BD423006-59C5-4E11-8B6B-507DC77F169F}" dt="2026-10-13T23:28:32.131" v="11731"/>
        <pc:sldMkLst>
          <pc:docMk/>
          <pc:sldMk cId="3586451969" sldId="266"/>
        </pc:sldMkLst>
        <pc:spChg chg="mod">
          <ac:chgData name="David Long" userId="f0dab1f4b2f59987" providerId="LiveId" clId="{BD423006-59C5-4E11-8B6B-507DC77F169F}" dt="2026-10-13T23:25:59.557" v="10084" actId="139"/>
          <ac:spMkLst>
            <pc:docMk/>
            <pc:sldMk cId="3586451969" sldId="266"/>
            <ac:spMk id="2" creationId="{2A7D94F0-52A1-115F-023D-9DC071C5AD47}"/>
          </ac:spMkLst>
        </pc:spChg>
        <pc:spChg chg="mod">
          <ac:chgData name="David Long" userId="f0dab1f4b2f59987" providerId="LiveId" clId="{BD423006-59C5-4E11-8B6B-507DC77F169F}" dt="2026-10-13T23:26:02.465" v="10653"/>
          <ac:spMkLst>
            <pc:docMk/>
            <pc:sldMk cId="3586451969" sldId="266"/>
            <ac:spMk id="9" creationId="{B78D83E5-E1DF-1F06-8A2A-658630B39817}"/>
          </ac:spMkLst>
        </pc:spChg>
      </pc:sldChg>
      <pc:sldChg chg="del ord modNotes">
        <pc:chgData name="David Long" userId="f0dab1f4b2f59987" providerId="LiveId" clId="{BD423006-59C5-4E11-8B6B-507DC77F169F}" dt="2026-10-13T23:35:18.967" v="11736" actId="2696"/>
        <pc:sldMkLst>
          <pc:docMk/>
          <pc:sldMk cId="18569788" sldId="267"/>
        </pc:sldMkLst>
      </pc:sldChg>
      <pc:sldChg chg="modSp mod ord modNotes">
        <pc:chgData name="David Long" userId="f0dab1f4b2f59987" providerId="LiveId" clId="{BD423006-59C5-4E11-8B6B-507DC77F169F}" dt="2026-10-13T23:28:31.887" v="11706"/>
        <pc:sldMkLst>
          <pc:docMk/>
          <pc:sldMk cId="1800012807" sldId="268"/>
        </pc:sldMkLst>
        <pc:spChg chg="mod">
          <ac:chgData name="David Long" userId="f0dab1f4b2f59987" providerId="LiveId" clId="{BD423006-59C5-4E11-8B6B-507DC77F169F}" dt="2026-10-13T23:26:02.399" v="10642" actId="947"/>
          <ac:spMkLst>
            <pc:docMk/>
            <pc:sldMk cId="1800012807" sldId="268"/>
            <ac:spMk id="2" creationId="{394E31BE-3F5B-89B5-E6DD-3C9C02762E56}"/>
          </ac:spMkLst>
        </pc:spChg>
        <pc:spChg chg="mod">
          <ac:chgData name="David Long" userId="f0dab1f4b2f59987" providerId="LiveId" clId="{BD423006-59C5-4E11-8B6B-507DC77F169F}" dt="2026-10-13T23:28:31.887" v="11706"/>
          <ac:spMkLst>
            <pc:docMk/>
            <pc:sldMk cId="1800012807" sldId="268"/>
            <ac:spMk id="4" creationId="{A0DADB02-035B-53CF-9962-E4276D021B31}"/>
          </ac:spMkLst>
        </pc:spChg>
      </pc:sldChg>
      <pc:sldChg chg="addSp modSp mod ord modNotes">
        <pc:chgData name="David Long" userId="f0dab1f4b2f59987" providerId="LiveId" clId="{BD423006-59C5-4E11-8B6B-507DC77F169F}" dt="2026-10-13T23:28:31.858" v="11703"/>
        <pc:sldMkLst>
          <pc:docMk/>
          <pc:sldMk cId="606155539" sldId="269"/>
        </pc:sldMkLst>
        <pc:spChg chg="mod">
          <ac:chgData name="David Long" userId="f0dab1f4b2f59987" providerId="LiveId" clId="{BD423006-59C5-4E11-8B6B-507DC77F169F}" dt="2026-10-13T23:28:31.846" v="11701" actId="948"/>
          <ac:spMkLst>
            <pc:docMk/>
            <pc:sldMk cId="606155539" sldId="269"/>
            <ac:spMk id="2" creationId="{6FD78A0E-4412-E1D8-63D2-94FC3D4AD198}"/>
          </ac:spMkLst>
        </pc:spChg>
        <pc:spChg chg="add mod">
          <ac:chgData name="David Long" userId="f0dab1f4b2f59987" providerId="LiveId" clId="{BD423006-59C5-4E11-8B6B-507DC77F169F}" dt="2026-10-13T23:28:31.858" v="11703"/>
          <ac:spMkLst>
            <pc:docMk/>
            <pc:sldMk cId="606155539" sldId="269"/>
            <ac:spMk id="3" creationId="{CCCAD1C2-1825-58A1-7ABB-CCDAB7AD881E}"/>
          </ac:spMkLst>
        </pc:spChg>
      </pc:sldChg>
      <pc:sldChg chg="modSp mod ord modTransition modNotes">
        <pc:chgData name="David Long" userId="f0dab1f4b2f59987" providerId="LiveId" clId="{BD423006-59C5-4E11-8B6B-507DC77F169F}" dt="2026-10-13T23:28:32.133" v="11732"/>
        <pc:sldMkLst>
          <pc:docMk/>
          <pc:sldMk cId="2706135899" sldId="270"/>
        </pc:sldMkLst>
        <pc:spChg chg="mod">
          <ac:chgData name="David Long" userId="f0dab1f4b2f59987" providerId="LiveId" clId="{BD423006-59C5-4E11-8B6B-507DC77F169F}" dt="2026-10-13T23:25:59.724" v="10105" actId="139"/>
          <ac:spMkLst>
            <pc:docMk/>
            <pc:sldMk cId="2706135899" sldId="270"/>
            <ac:spMk id="2" creationId="{B7E68EBB-78B6-E914-90C1-6CC53B736A85}"/>
          </ac:spMkLst>
        </pc:spChg>
      </pc:sldChg>
      <pc:sldChg chg="delSp modSp add del mod ord setBg delDesignElem modNotes">
        <pc:chgData name="David Long" userId="f0dab1f4b2f59987" providerId="LiveId" clId="{BD423006-59C5-4E11-8B6B-507DC77F169F}" dt="2026-10-13T23:36:35.750" v="11739" actId="2696"/>
        <pc:sldMkLst>
          <pc:docMk/>
          <pc:sldMk cId="3435028032" sldId="271"/>
        </pc:sldMkLst>
        <pc:spChg chg="mod">
          <ac:chgData name="David Long" userId="f0dab1f4b2f59987" providerId="LiveId" clId="{BD423006-59C5-4E11-8B6B-507DC77F169F}" dt="2026-10-13T23:26:02.153" v="10619" actId="948"/>
          <ac:spMkLst>
            <pc:docMk/>
            <pc:sldMk cId="3435028032" sldId="271"/>
            <ac:spMk id="3" creationId="{F2E8E325-8B04-C877-5359-82A3CC5E15C3}"/>
          </ac:spMkLst>
        </pc:spChg>
        <pc:spChg chg="del">
          <ac:chgData name="David Long" userId="f0dab1f4b2f59987" providerId="LiveId" clId="{BD423006-59C5-4E11-8B6B-507DC77F169F}" dt="2026-10-13T22:44:53.568" v="9954"/>
          <ac:spMkLst>
            <pc:docMk/>
            <pc:sldMk cId="3435028032" sldId="271"/>
            <ac:spMk id="1038" creationId="{04812C46-200A-4DEB-A05E-3ED6C68C2387}"/>
          </ac:spMkLst>
        </pc:spChg>
        <pc:spChg chg="del">
          <ac:chgData name="David Long" userId="f0dab1f4b2f59987" providerId="LiveId" clId="{BD423006-59C5-4E11-8B6B-507DC77F169F}" dt="2026-10-13T22:44:53.568" v="9954"/>
          <ac:spMkLst>
            <pc:docMk/>
            <pc:sldMk cId="3435028032" sldId="271"/>
            <ac:spMk id="1040" creationId="{D1EA859B-E555-4109-94F3-6700E046E008}"/>
          </ac:spMkLst>
        </pc:spChg>
        <pc:picChg chg="mod">
          <ac:chgData name="David Long" userId="f0dab1f4b2f59987" providerId="LiveId" clId="{BD423006-59C5-4E11-8B6B-507DC77F169F}" dt="2026-10-13T23:36:29.065" v="11738" actId="14100"/>
          <ac:picMkLst>
            <pc:docMk/>
            <pc:sldMk cId="3435028032" sldId="271"/>
            <ac:picMk id="1026" creationId="{7FF001BC-162E-89C1-E021-C8A51ED03163}"/>
          </ac:picMkLst>
        </pc:picChg>
      </pc:sldChg>
      <pc:sldChg chg="addSp modSp mod ord modNotes">
        <pc:chgData name="David Long" userId="f0dab1f4b2f59987" providerId="LiveId" clId="{BD423006-59C5-4E11-8B6B-507DC77F169F}" dt="2026-10-13T23:26:12.419" v="11686" actId="20577"/>
        <pc:sldMkLst>
          <pc:docMk/>
          <pc:sldMk cId="3109729306" sldId="272"/>
        </pc:sldMkLst>
        <pc:spChg chg="mod">
          <ac:chgData name="David Long" userId="f0dab1f4b2f59987" providerId="LiveId" clId="{BD423006-59C5-4E11-8B6B-507DC77F169F}" dt="2026-10-13T23:26:09.250" v="11625"/>
          <ac:spMkLst>
            <pc:docMk/>
            <pc:sldMk cId="3109729306" sldId="272"/>
            <ac:spMk id="3" creationId="{493858AE-5184-BF77-CA05-BC56957F9AE2}"/>
          </ac:spMkLst>
        </pc:spChg>
        <pc:spChg chg="add mod">
          <ac:chgData name="David Long" userId="f0dab1f4b2f59987" providerId="LiveId" clId="{BD423006-59C5-4E11-8B6B-507DC77F169F}" dt="2026-10-13T23:26:09.308" v="11638" actId="139"/>
          <ac:spMkLst>
            <pc:docMk/>
            <pc:sldMk cId="3109729306" sldId="272"/>
            <ac:spMk id="4" creationId="{CDF9D5F7-0E3F-95EB-3640-5B8389392C2F}"/>
          </ac:spMkLst>
        </pc:spChg>
      </pc:sldChg>
      <pc:sldChg chg="del">
        <pc:chgData name="David Long" userId="f0dab1f4b2f59987" providerId="LiveId" clId="{BD423006-59C5-4E11-8B6B-507DC77F169F}" dt="2026-10-13T23:26:09.320" v="11639" actId="2696"/>
        <pc:sldMkLst>
          <pc:docMk/>
          <pc:sldMk cId="1605916702" sldId="274"/>
        </pc:sldMkLst>
      </pc:sldChg>
      <pc:sldChg chg="modSp mod ord modNotes">
        <pc:chgData name="David Long" userId="f0dab1f4b2f59987" providerId="LiveId" clId="{BD423006-59C5-4E11-8B6B-507DC77F169F}" dt="2026-10-13T23:26:09.619" v="11669" actId="20577"/>
        <pc:sldMkLst>
          <pc:docMk/>
          <pc:sldMk cId="137853872" sldId="275"/>
        </pc:sldMkLst>
        <pc:spChg chg="mod">
          <ac:chgData name="David Long" userId="f0dab1f4b2f59987" providerId="LiveId" clId="{BD423006-59C5-4E11-8B6B-507DC77F169F}" dt="2026-10-13T23:25:59.508" v="10078" actId="139"/>
          <ac:spMkLst>
            <pc:docMk/>
            <pc:sldMk cId="137853872" sldId="275"/>
            <ac:spMk id="2" creationId="{3F2F29D2-68F3-0A4A-23D3-3B9151B37B0B}"/>
          </ac:spMkLst>
        </pc:spChg>
        <pc:spChg chg="mod">
          <ac:chgData name="David Long" userId="f0dab1f4b2f59987" providerId="LiveId" clId="{BD423006-59C5-4E11-8B6B-507DC77F169F}" dt="2026-10-13T23:26:02.199" v="10627" actId="948"/>
          <ac:spMkLst>
            <pc:docMk/>
            <pc:sldMk cId="137853872" sldId="275"/>
            <ac:spMk id="3" creationId="{AFA5A31B-B3BC-96F9-681C-5F5EFC6B7051}"/>
          </ac:spMkLst>
        </pc:spChg>
      </pc:sldChg>
      <pc:sldChg chg="modSp mod ord modNotes">
        <pc:chgData name="David Long" userId="f0dab1f4b2f59987" providerId="LiveId" clId="{BD423006-59C5-4E11-8B6B-507DC77F169F}" dt="2026-10-13T23:28:31.896" v="11707"/>
        <pc:sldMkLst>
          <pc:docMk/>
          <pc:sldMk cId="1221033634" sldId="276"/>
        </pc:sldMkLst>
        <pc:spChg chg="mod">
          <ac:chgData name="David Long" userId="f0dab1f4b2f59987" providerId="LiveId" clId="{BD423006-59C5-4E11-8B6B-507DC77F169F}" dt="2026-10-13T23:26:02.427" v="10649" actId="947"/>
          <ac:spMkLst>
            <pc:docMk/>
            <pc:sldMk cId="1221033634" sldId="276"/>
            <ac:spMk id="2" creationId="{79974C51-8353-BD72-29D5-D47AC2ED92B4}"/>
          </ac:spMkLst>
        </pc:spChg>
        <pc:spChg chg="mod">
          <ac:chgData name="David Long" userId="f0dab1f4b2f59987" providerId="LiveId" clId="{BD423006-59C5-4E11-8B6B-507DC77F169F}" dt="2026-10-13T23:28:31.896" v="11707"/>
          <ac:spMkLst>
            <pc:docMk/>
            <pc:sldMk cId="1221033634" sldId="276"/>
            <ac:spMk id="3" creationId="{DE7B2555-8466-DE0B-896A-8C3D64BCFE6D}"/>
          </ac:spMkLst>
        </pc:spChg>
      </pc:sldChg>
      <pc:sldChg chg="modSp mod ord modTransition modNotes">
        <pc:chgData name="David Long" userId="f0dab1f4b2f59987" providerId="LiveId" clId="{BD423006-59C5-4E11-8B6B-507DC77F169F}" dt="2026-10-13T23:28:32.135" v="11733"/>
        <pc:sldMkLst>
          <pc:docMk/>
          <pc:sldMk cId="599435584" sldId="277"/>
        </pc:sldMkLst>
        <pc:spChg chg="mod">
          <ac:chgData name="David Long" userId="f0dab1f4b2f59987" providerId="LiveId" clId="{BD423006-59C5-4E11-8B6B-507DC77F169F}" dt="2026-10-13T23:25:59.746" v="10108" actId="139"/>
          <ac:spMkLst>
            <pc:docMk/>
            <pc:sldMk cId="599435584" sldId="277"/>
            <ac:spMk id="2" creationId="{14884BC9-2E00-9F71-0C2C-94D78668E2F0}"/>
          </ac:spMkLst>
        </pc:spChg>
      </pc:sldChg>
      <pc:sldChg chg="modSp add mod ord modTransition modNotes">
        <pc:chgData name="David Long" userId="f0dab1f4b2f59987" providerId="LiveId" clId="{BD423006-59C5-4E11-8B6B-507DC77F169F}" dt="2026-10-13T23:28:32.138" v="11734"/>
        <pc:sldMkLst>
          <pc:docMk/>
          <pc:sldMk cId="3658503222" sldId="278"/>
        </pc:sldMkLst>
        <pc:spChg chg="mod">
          <ac:chgData name="David Long" userId="f0dab1f4b2f59987" providerId="LiveId" clId="{BD423006-59C5-4E11-8B6B-507DC77F169F}" dt="2026-10-13T23:26:02.112" v="10612" actId="947"/>
          <ac:spMkLst>
            <pc:docMk/>
            <pc:sldMk cId="3658503222" sldId="278"/>
            <ac:spMk id="4" creationId="{F343D42E-5AB8-5080-D935-F249DC57DC05}"/>
          </ac:spMkLst>
        </pc:spChg>
        <pc:spChg chg="mod">
          <ac:chgData name="David Long" userId="f0dab1f4b2f59987" providerId="LiveId" clId="{BD423006-59C5-4E11-8B6B-507DC77F169F}" dt="2026-10-13T23:26:02.100" v="10603" actId="947"/>
          <ac:spMkLst>
            <pc:docMk/>
            <pc:sldMk cId="3658503222" sldId="278"/>
            <ac:spMk id="5" creationId="{0608A97F-A4AD-824E-1349-58727E4A223A}"/>
          </ac:spMkLst>
        </pc:spChg>
        <pc:spChg chg="mod">
          <ac:chgData name="David Long" userId="f0dab1f4b2f59987" providerId="LiveId" clId="{BD423006-59C5-4E11-8B6B-507DC77F169F}" dt="2026-10-13T23:26:00.025" v="10141" actId="139"/>
          <ac:spMkLst>
            <pc:docMk/>
            <pc:sldMk cId="3658503222" sldId="278"/>
            <ac:spMk id="9" creationId="{6C3F0705-6F17-595E-C80C-D05976A44CE0}"/>
          </ac:spMkLst>
        </pc:spChg>
        <pc:spChg chg="mod">
          <ac:chgData name="David Long" userId="f0dab1f4b2f59987" providerId="LiveId" clId="{BD423006-59C5-4E11-8B6B-507DC77F169F}" dt="2026-10-13T23:26:00.045" v="10144" actId="139"/>
          <ac:spMkLst>
            <pc:docMk/>
            <pc:sldMk cId="3658503222" sldId="278"/>
            <ac:spMk id="11" creationId="{CEFAAB5C-4D53-FE1B-6D43-8EA22402B17E}"/>
          </ac:spMkLst>
        </pc:spChg>
        <pc:spChg chg="mod">
          <ac:chgData name="David Long" userId="f0dab1f4b2f59987" providerId="LiveId" clId="{BD423006-59C5-4E11-8B6B-507DC77F169F}" dt="2026-10-13T23:26:00.065" v="10147" actId="139"/>
          <ac:spMkLst>
            <pc:docMk/>
            <pc:sldMk cId="3658503222" sldId="278"/>
            <ac:spMk id="13" creationId="{2C7F5FBD-3DB9-430C-0F4A-33620E8A1574}"/>
          </ac:spMkLst>
        </pc:spChg>
        <pc:spChg chg="mod">
          <ac:chgData name="David Long" userId="f0dab1f4b2f59987" providerId="LiveId" clId="{BD423006-59C5-4E11-8B6B-507DC77F169F}" dt="2026-10-13T23:28:32.003" v="11719"/>
          <ac:spMkLst>
            <pc:docMk/>
            <pc:sldMk cId="3658503222" sldId="278"/>
            <ac:spMk id="17" creationId="{1318B08F-FA4A-8008-3678-314F14A422BD}"/>
          </ac:spMkLst>
        </pc:spChg>
      </pc:sldChg>
      <pc:sldChg chg="addSp delSp modSp add mod ord modNotes">
        <pc:chgData name="David Long" userId="f0dab1f4b2f59987" providerId="LiveId" clId="{BD423006-59C5-4E11-8B6B-507DC77F169F}" dt="2026-10-13T23:26:10.720" v="11679" actId="20577"/>
        <pc:sldMkLst>
          <pc:docMk/>
          <pc:sldMk cId="2829286252" sldId="279"/>
        </pc:sldMkLst>
        <pc:spChg chg="del">
          <ac:chgData name="David Long" userId="f0dab1f4b2f59987" providerId="LiveId" clId="{BD423006-59C5-4E11-8B6B-507DC77F169F}" dt="2026-10-13T23:26:03.174" v="10705"/>
          <ac:spMkLst>
            <pc:docMk/>
            <pc:sldMk cId="2829286252" sldId="279"/>
            <ac:spMk id="2" creationId="{00000000-0000-0000-0000-000000000000}"/>
          </ac:spMkLst>
        </pc:spChg>
        <pc:spChg chg="mod">
          <ac:chgData name="David Long" userId="f0dab1f4b2f59987" providerId="LiveId" clId="{BD423006-59C5-4E11-8B6B-507DC77F169F}" dt="2026-10-13T23:26:01.871" v="10432" actId="947"/>
          <ac:spMkLst>
            <pc:docMk/>
            <pc:sldMk cId="2829286252" sldId="279"/>
            <ac:spMk id="4" creationId="{00000000-0000-0000-0000-000000000000}"/>
          </ac:spMkLst>
        </pc:spChg>
        <pc:spChg chg="mod">
          <ac:chgData name="David Long" userId="f0dab1f4b2f59987" providerId="LiveId" clId="{BD423006-59C5-4E11-8B6B-507DC77F169F}" dt="2026-10-13T23:26:01.860" v="10423" actId="947"/>
          <ac:spMkLst>
            <pc:docMk/>
            <pc:sldMk cId="2829286252" sldId="279"/>
            <ac:spMk id="5" creationId="{00000000-0000-0000-0000-000000000000}"/>
          </ac:spMkLst>
        </pc:spChg>
        <pc:spChg chg="del">
          <ac:chgData name="David Long" userId="f0dab1f4b2f59987" providerId="LiveId" clId="{BD423006-59C5-4E11-8B6B-507DC77F169F}" dt="2026-10-13T23:26:03.148" v="10703"/>
          <ac:spMkLst>
            <pc:docMk/>
            <pc:sldMk cId="2829286252" sldId="279"/>
            <ac:spMk id="6" creationId="{00000000-0000-0000-0000-000000000000}"/>
          </ac:spMkLst>
        </pc:spChg>
        <pc:spChg chg="del mod">
          <ac:chgData name="David Long" userId="f0dab1f4b2f59987" providerId="LiveId" clId="{BD423006-59C5-4E11-8B6B-507DC77F169F}" dt="2026-10-13T23:26:03.143" v="10701"/>
          <ac:spMkLst>
            <pc:docMk/>
            <pc:sldMk cId="2829286252" sldId="279"/>
            <ac:spMk id="7" creationId="{00000000-0000-0000-0000-000000000000}"/>
          </ac:spMkLst>
        </pc:spChg>
        <pc:spChg chg="del mod">
          <ac:chgData name="David Long" userId="f0dab1f4b2f59987" providerId="LiveId" clId="{BD423006-59C5-4E11-8B6B-507DC77F169F}" dt="2026-10-13T23:26:03.141" v="10699"/>
          <ac:spMkLst>
            <pc:docMk/>
            <pc:sldMk cId="2829286252" sldId="279"/>
            <ac:spMk id="8" creationId="{00000000-0000-0000-0000-000000000000}"/>
          </ac:spMkLst>
        </pc:spChg>
        <pc:spChg chg="del">
          <ac:chgData name="David Long" userId="f0dab1f4b2f59987" providerId="LiveId" clId="{BD423006-59C5-4E11-8B6B-507DC77F169F}" dt="2026-10-13T23:26:03.136" v="10697"/>
          <ac:spMkLst>
            <pc:docMk/>
            <pc:sldMk cId="2829286252" sldId="279"/>
            <ac:spMk id="9" creationId="{00000000-0000-0000-0000-000000000000}"/>
          </ac:spMkLst>
        </pc:spChg>
        <pc:spChg chg="del mod">
          <ac:chgData name="David Long" userId="f0dab1f4b2f59987" providerId="LiveId" clId="{BD423006-59C5-4E11-8B6B-507DC77F169F}" dt="2026-10-13T23:26:03.132" v="10695"/>
          <ac:spMkLst>
            <pc:docMk/>
            <pc:sldMk cId="2829286252" sldId="279"/>
            <ac:spMk id="10" creationId="{00000000-0000-0000-0000-000000000000}"/>
          </ac:spMkLst>
        </pc:spChg>
        <pc:spChg chg="del mod">
          <ac:chgData name="David Long" userId="f0dab1f4b2f59987" providerId="LiveId" clId="{BD423006-59C5-4E11-8B6B-507DC77F169F}" dt="2026-10-13T23:26:03.127" v="10693"/>
          <ac:spMkLst>
            <pc:docMk/>
            <pc:sldMk cId="2829286252" sldId="279"/>
            <ac:spMk id="11" creationId="{00000000-0000-0000-0000-000000000000}"/>
          </ac:spMkLst>
        </pc:spChg>
        <pc:spChg chg="del">
          <ac:chgData name="David Long" userId="f0dab1f4b2f59987" providerId="LiveId" clId="{BD423006-59C5-4E11-8B6B-507DC77F169F}" dt="2026-10-13T23:26:03.123" v="10691"/>
          <ac:spMkLst>
            <pc:docMk/>
            <pc:sldMk cId="2829286252" sldId="279"/>
            <ac:spMk id="12" creationId="{00000000-0000-0000-0000-000000000000}"/>
          </ac:spMkLst>
        </pc:spChg>
        <pc:spChg chg="del mod">
          <ac:chgData name="David Long" userId="f0dab1f4b2f59987" providerId="LiveId" clId="{BD423006-59C5-4E11-8B6B-507DC77F169F}" dt="2026-10-13T23:26:03.120" v="10689"/>
          <ac:spMkLst>
            <pc:docMk/>
            <pc:sldMk cId="2829286252" sldId="279"/>
            <ac:spMk id="13" creationId="{00000000-0000-0000-0000-000000000000}"/>
          </ac:spMkLst>
        </pc:spChg>
        <pc:spChg chg="del mod">
          <ac:chgData name="David Long" userId="f0dab1f4b2f59987" providerId="LiveId" clId="{BD423006-59C5-4E11-8B6B-507DC77F169F}" dt="2026-10-13T23:26:03.115" v="10687"/>
          <ac:spMkLst>
            <pc:docMk/>
            <pc:sldMk cId="2829286252" sldId="279"/>
            <ac:spMk id="14" creationId="{00000000-0000-0000-0000-000000000000}"/>
          </ac:spMkLst>
        </pc:spChg>
        <pc:spChg chg="add mod">
          <ac:chgData name="David Long" userId="f0dab1f4b2f59987" providerId="LiveId" clId="{BD423006-59C5-4E11-8B6B-507DC77F169F}" dt="2026-10-13T23:26:04.721" v="10934" actId="139"/>
          <ac:spMkLst>
            <pc:docMk/>
            <pc:sldMk cId="2829286252" sldId="279"/>
            <ac:spMk id="16" creationId="{03764756-E802-0138-69BF-2D283926E903}"/>
          </ac:spMkLst>
        </pc:spChg>
        <pc:spChg chg="add mod">
          <ac:chgData name="David Long" userId="f0dab1f4b2f59987" providerId="LiveId" clId="{BD423006-59C5-4E11-8B6B-507DC77F169F}" dt="2026-10-13T23:26:04.764" v="10947" actId="139"/>
          <ac:spMkLst>
            <pc:docMk/>
            <pc:sldMk cId="2829286252" sldId="279"/>
            <ac:spMk id="17" creationId="{2D701409-90CA-A5CD-FDBC-FDDC0A2A9CB0}"/>
          </ac:spMkLst>
        </pc:spChg>
        <pc:graphicFrameChg chg="add mod modGraphic">
          <ac:chgData name="David Long" userId="f0dab1f4b2f59987" providerId="LiveId" clId="{BD423006-59C5-4E11-8B6B-507DC77F169F}" dt="2026-10-13T23:26:04.650" v="10921" actId="11"/>
          <ac:graphicFrameMkLst>
            <pc:docMk/>
            <pc:sldMk cId="2829286252" sldId="279"/>
            <ac:graphicFrameMk id="15" creationId="{CD681E3F-FD85-D410-57D3-F3F256E76129}"/>
          </ac:graphicFrameMkLst>
        </pc:graphicFrameChg>
      </pc:sldChg>
      <pc:sldChg chg="addSp delSp modSp add mod ord modNotes">
        <pc:chgData name="David Long" userId="f0dab1f4b2f59987" providerId="LiveId" clId="{BD423006-59C5-4E11-8B6B-507DC77F169F}" dt="2026-10-13T23:26:10.818" v="11680" actId="20577"/>
        <pc:sldMkLst>
          <pc:docMk/>
          <pc:sldMk cId="2975520988" sldId="280"/>
        </pc:sldMkLst>
        <pc:spChg chg="del">
          <ac:chgData name="David Long" userId="f0dab1f4b2f59987" providerId="LiveId" clId="{BD423006-59C5-4E11-8B6B-507DC77F169F}" dt="2026-10-13T23:26:04.797" v="10967"/>
          <ac:spMkLst>
            <pc:docMk/>
            <pc:sldMk cId="2975520988" sldId="280"/>
            <ac:spMk id="2" creationId="{00000000-0000-0000-0000-000000000000}"/>
          </ac:spMkLst>
        </pc:spChg>
        <pc:spChg chg="mod">
          <ac:chgData name="David Long" userId="f0dab1f4b2f59987" providerId="LiveId" clId="{BD423006-59C5-4E11-8B6B-507DC77F169F}" dt="2026-10-13T23:26:01.915" v="10468" actId="947"/>
          <ac:spMkLst>
            <pc:docMk/>
            <pc:sldMk cId="2975520988" sldId="280"/>
            <ac:spMk id="4" creationId="{00000000-0000-0000-0000-000000000000}"/>
          </ac:spMkLst>
        </pc:spChg>
        <pc:spChg chg="mod">
          <ac:chgData name="David Long" userId="f0dab1f4b2f59987" providerId="LiveId" clId="{BD423006-59C5-4E11-8B6B-507DC77F169F}" dt="2026-10-13T23:26:01.904" v="10459" actId="947"/>
          <ac:spMkLst>
            <pc:docMk/>
            <pc:sldMk cId="2975520988" sldId="280"/>
            <ac:spMk id="5" creationId="{00000000-0000-0000-0000-000000000000}"/>
          </ac:spMkLst>
        </pc:spChg>
        <pc:spChg chg="del">
          <ac:chgData name="David Long" userId="f0dab1f4b2f59987" providerId="LiveId" clId="{BD423006-59C5-4E11-8B6B-507DC77F169F}" dt="2026-10-13T23:26:04.791" v="10965"/>
          <ac:spMkLst>
            <pc:docMk/>
            <pc:sldMk cId="2975520988" sldId="280"/>
            <ac:spMk id="6" creationId="{00000000-0000-0000-0000-000000000000}"/>
          </ac:spMkLst>
        </pc:spChg>
        <pc:spChg chg="del mod">
          <ac:chgData name="David Long" userId="f0dab1f4b2f59987" providerId="LiveId" clId="{BD423006-59C5-4E11-8B6B-507DC77F169F}" dt="2026-10-13T23:26:04.788" v="10963"/>
          <ac:spMkLst>
            <pc:docMk/>
            <pc:sldMk cId="2975520988" sldId="280"/>
            <ac:spMk id="7" creationId="{00000000-0000-0000-0000-000000000000}"/>
          </ac:spMkLst>
        </pc:spChg>
        <pc:spChg chg="del mod">
          <ac:chgData name="David Long" userId="f0dab1f4b2f59987" providerId="LiveId" clId="{BD423006-59C5-4E11-8B6B-507DC77F169F}" dt="2026-10-13T23:26:04.786" v="10961"/>
          <ac:spMkLst>
            <pc:docMk/>
            <pc:sldMk cId="2975520988" sldId="280"/>
            <ac:spMk id="8" creationId="{00000000-0000-0000-0000-000000000000}"/>
          </ac:spMkLst>
        </pc:spChg>
        <pc:spChg chg="del">
          <ac:chgData name="David Long" userId="f0dab1f4b2f59987" providerId="LiveId" clId="{BD423006-59C5-4E11-8B6B-507DC77F169F}" dt="2026-10-13T23:26:04.784" v="10959"/>
          <ac:spMkLst>
            <pc:docMk/>
            <pc:sldMk cId="2975520988" sldId="280"/>
            <ac:spMk id="9" creationId="{00000000-0000-0000-0000-000000000000}"/>
          </ac:spMkLst>
        </pc:spChg>
        <pc:spChg chg="del mod">
          <ac:chgData name="David Long" userId="f0dab1f4b2f59987" providerId="LiveId" clId="{BD423006-59C5-4E11-8B6B-507DC77F169F}" dt="2026-10-13T23:26:04.781" v="10957"/>
          <ac:spMkLst>
            <pc:docMk/>
            <pc:sldMk cId="2975520988" sldId="280"/>
            <ac:spMk id="10" creationId="{00000000-0000-0000-0000-000000000000}"/>
          </ac:spMkLst>
        </pc:spChg>
        <pc:spChg chg="del mod">
          <ac:chgData name="David Long" userId="f0dab1f4b2f59987" providerId="LiveId" clId="{BD423006-59C5-4E11-8B6B-507DC77F169F}" dt="2026-10-13T23:26:04.779" v="10955"/>
          <ac:spMkLst>
            <pc:docMk/>
            <pc:sldMk cId="2975520988" sldId="280"/>
            <ac:spMk id="11" creationId="{00000000-0000-0000-0000-000000000000}"/>
          </ac:spMkLst>
        </pc:spChg>
        <pc:spChg chg="del">
          <ac:chgData name="David Long" userId="f0dab1f4b2f59987" providerId="LiveId" clId="{BD423006-59C5-4E11-8B6B-507DC77F169F}" dt="2026-10-13T23:26:04.776" v="10953"/>
          <ac:spMkLst>
            <pc:docMk/>
            <pc:sldMk cId="2975520988" sldId="280"/>
            <ac:spMk id="12" creationId="{00000000-0000-0000-0000-000000000000}"/>
          </ac:spMkLst>
        </pc:spChg>
        <pc:spChg chg="del mod">
          <ac:chgData name="David Long" userId="f0dab1f4b2f59987" providerId="LiveId" clId="{BD423006-59C5-4E11-8B6B-507DC77F169F}" dt="2026-10-13T23:26:04.772" v="10951"/>
          <ac:spMkLst>
            <pc:docMk/>
            <pc:sldMk cId="2975520988" sldId="280"/>
            <ac:spMk id="13" creationId="{00000000-0000-0000-0000-000000000000}"/>
          </ac:spMkLst>
        </pc:spChg>
        <pc:spChg chg="del mod">
          <ac:chgData name="David Long" userId="f0dab1f4b2f59987" providerId="LiveId" clId="{BD423006-59C5-4E11-8B6B-507DC77F169F}" dt="2026-10-13T23:26:04.770" v="10949"/>
          <ac:spMkLst>
            <pc:docMk/>
            <pc:sldMk cId="2975520988" sldId="280"/>
            <ac:spMk id="14" creationId="{00000000-0000-0000-0000-000000000000}"/>
          </ac:spMkLst>
        </pc:spChg>
        <pc:spChg chg="add mod">
          <ac:chgData name="David Long" userId="f0dab1f4b2f59987" providerId="LiveId" clId="{BD423006-59C5-4E11-8B6B-507DC77F169F}" dt="2026-10-13T23:26:06.326" v="11196" actId="139"/>
          <ac:spMkLst>
            <pc:docMk/>
            <pc:sldMk cId="2975520988" sldId="280"/>
            <ac:spMk id="16" creationId="{60815032-41F6-F745-706D-6584DC6AFC25}"/>
          </ac:spMkLst>
        </pc:spChg>
        <pc:spChg chg="add mod">
          <ac:chgData name="David Long" userId="f0dab1f4b2f59987" providerId="LiveId" clId="{BD423006-59C5-4E11-8B6B-507DC77F169F}" dt="2026-10-13T23:26:06.395" v="11209" actId="139"/>
          <ac:spMkLst>
            <pc:docMk/>
            <pc:sldMk cId="2975520988" sldId="280"/>
            <ac:spMk id="17" creationId="{79EF1278-47B2-350E-7824-41D5EF7DA597}"/>
          </ac:spMkLst>
        </pc:spChg>
        <pc:graphicFrameChg chg="add mod modGraphic">
          <ac:chgData name="David Long" userId="f0dab1f4b2f59987" providerId="LiveId" clId="{BD423006-59C5-4E11-8B6B-507DC77F169F}" dt="2026-10-13T23:26:06.221" v="11183" actId="11"/>
          <ac:graphicFrameMkLst>
            <pc:docMk/>
            <pc:sldMk cId="2975520988" sldId="280"/>
            <ac:graphicFrameMk id="15" creationId="{85071843-9FD9-E62E-BD68-CEB78729605C}"/>
          </ac:graphicFrameMkLst>
        </pc:graphicFrameChg>
      </pc:sldChg>
      <pc:sldChg chg="modSp add mod ord modNotes">
        <pc:chgData name="David Long" userId="f0dab1f4b2f59987" providerId="LiveId" clId="{BD423006-59C5-4E11-8B6B-507DC77F169F}" dt="2026-10-13T23:26:12.313" v="11685" actId="20577"/>
        <pc:sldMkLst>
          <pc:docMk/>
          <pc:sldMk cId="119599713" sldId="281"/>
        </pc:sldMkLst>
        <pc:spChg chg="mod">
          <ac:chgData name="David Long" userId="f0dab1f4b2f59987" providerId="LiveId" clId="{BD423006-59C5-4E11-8B6B-507DC77F169F}" dt="2026-10-13T23:26:01.960" v="10504" actId="947"/>
          <ac:spMkLst>
            <pc:docMk/>
            <pc:sldMk cId="119599713" sldId="281"/>
            <ac:spMk id="4" creationId="{00000000-0000-0000-0000-000000000000}"/>
          </ac:spMkLst>
        </pc:spChg>
        <pc:spChg chg="mod">
          <ac:chgData name="David Long" userId="f0dab1f4b2f59987" providerId="LiveId" clId="{BD423006-59C5-4E11-8B6B-507DC77F169F}" dt="2026-10-13T23:26:01.949" v="10495" actId="947"/>
          <ac:spMkLst>
            <pc:docMk/>
            <pc:sldMk cId="119599713" sldId="281"/>
            <ac:spMk id="5" creationId="{00000000-0000-0000-0000-000000000000}"/>
          </ac:spMkLst>
        </pc:spChg>
        <pc:spChg chg="mod">
          <ac:chgData name="David Long" userId="f0dab1f4b2f59987" providerId="LiveId" clId="{BD423006-59C5-4E11-8B6B-507DC77F169F}" dt="2026-10-13T23:26:01.002" v="10261" actId="139"/>
          <ac:spMkLst>
            <pc:docMk/>
            <pc:sldMk cId="119599713" sldId="281"/>
            <ac:spMk id="7" creationId="{00000000-0000-0000-0000-000000000000}"/>
          </ac:spMkLst>
        </pc:spChg>
        <pc:spChg chg="mod">
          <ac:chgData name="David Long" userId="f0dab1f4b2f59987" providerId="LiveId" clId="{BD423006-59C5-4E11-8B6B-507DC77F169F}" dt="2026-10-13T23:26:09.174" v="11617"/>
          <ac:spMkLst>
            <pc:docMk/>
            <pc:sldMk cId="119599713" sldId="281"/>
            <ac:spMk id="8" creationId="{00000000-0000-0000-0000-000000000000}"/>
          </ac:spMkLst>
        </pc:spChg>
        <pc:spChg chg="mod">
          <ac:chgData name="David Long" userId="f0dab1f4b2f59987" providerId="LiveId" clId="{BD423006-59C5-4E11-8B6B-507DC77F169F}" dt="2026-10-13T23:26:01.046" v="10267" actId="139"/>
          <ac:spMkLst>
            <pc:docMk/>
            <pc:sldMk cId="119599713" sldId="281"/>
            <ac:spMk id="10" creationId="{00000000-0000-0000-0000-000000000000}"/>
          </ac:spMkLst>
        </pc:spChg>
        <pc:spChg chg="mod">
          <ac:chgData name="David Long" userId="f0dab1f4b2f59987" providerId="LiveId" clId="{BD423006-59C5-4E11-8B6B-507DC77F169F}" dt="2026-10-13T23:26:09.199" v="11620"/>
          <ac:spMkLst>
            <pc:docMk/>
            <pc:sldMk cId="119599713" sldId="281"/>
            <ac:spMk id="11" creationId="{00000000-0000-0000-0000-000000000000}"/>
          </ac:spMkLst>
        </pc:spChg>
        <pc:spChg chg="mod">
          <ac:chgData name="David Long" userId="f0dab1f4b2f59987" providerId="LiveId" clId="{BD423006-59C5-4E11-8B6B-507DC77F169F}" dt="2026-10-13T23:26:01.091" v="10273" actId="139"/>
          <ac:spMkLst>
            <pc:docMk/>
            <pc:sldMk cId="119599713" sldId="281"/>
            <ac:spMk id="13" creationId="{00000000-0000-0000-0000-000000000000}"/>
          </ac:spMkLst>
        </pc:spChg>
        <pc:spChg chg="mod">
          <ac:chgData name="David Long" userId="f0dab1f4b2f59987" providerId="LiveId" clId="{BD423006-59C5-4E11-8B6B-507DC77F169F}" dt="2026-10-13T23:26:09.229" v="11622" actId="948"/>
          <ac:spMkLst>
            <pc:docMk/>
            <pc:sldMk cId="119599713" sldId="281"/>
            <ac:spMk id="14" creationId="{00000000-0000-0000-0000-000000000000}"/>
          </ac:spMkLst>
        </pc:spChg>
      </pc:sldChg>
      <pc:sldChg chg="addSp delSp modSp add mod ord modNotes">
        <pc:chgData name="David Long" userId="f0dab1f4b2f59987" providerId="LiveId" clId="{BD423006-59C5-4E11-8B6B-507DC77F169F}" dt="2026-10-13T23:26:10.914" v="11681" actId="20577"/>
        <pc:sldMkLst>
          <pc:docMk/>
          <pc:sldMk cId="1860422736" sldId="282"/>
        </pc:sldMkLst>
        <pc:spChg chg="del">
          <ac:chgData name="David Long" userId="f0dab1f4b2f59987" providerId="LiveId" clId="{BD423006-59C5-4E11-8B6B-507DC77F169F}" dt="2026-10-13T23:26:06.417" v="11211"/>
          <ac:spMkLst>
            <pc:docMk/>
            <pc:sldMk cId="1860422736" sldId="282"/>
            <ac:spMk id="2" creationId="{00000000-0000-0000-0000-000000000000}"/>
          </ac:spMkLst>
        </pc:spChg>
        <pc:spChg chg="mod">
          <ac:chgData name="David Long" userId="f0dab1f4b2f59987" providerId="LiveId" clId="{BD423006-59C5-4E11-8B6B-507DC77F169F}" dt="2026-10-13T23:26:01.985" v="10522" actId="947"/>
          <ac:spMkLst>
            <pc:docMk/>
            <pc:sldMk cId="1860422736" sldId="282"/>
            <ac:spMk id="4" creationId="{00000000-0000-0000-0000-000000000000}"/>
          </ac:spMkLst>
        </pc:spChg>
        <pc:spChg chg="mod">
          <ac:chgData name="David Long" userId="f0dab1f4b2f59987" providerId="LiveId" clId="{BD423006-59C5-4E11-8B6B-507DC77F169F}" dt="2026-10-13T23:26:01.973" v="10513" actId="947"/>
          <ac:spMkLst>
            <pc:docMk/>
            <pc:sldMk cId="1860422736" sldId="282"/>
            <ac:spMk id="5" creationId="{00000000-0000-0000-0000-000000000000}"/>
          </ac:spMkLst>
        </pc:spChg>
        <pc:spChg chg="del">
          <ac:chgData name="David Long" userId="f0dab1f4b2f59987" providerId="LiveId" clId="{BD423006-59C5-4E11-8B6B-507DC77F169F}" dt="2026-10-13T22:46:25.544" v="10044"/>
          <ac:spMkLst>
            <pc:docMk/>
            <pc:sldMk cId="1860422736" sldId="282"/>
            <ac:spMk id="6" creationId="{00000000-0000-0000-0000-000000000000}"/>
          </ac:spMkLst>
        </pc:spChg>
        <pc:spChg chg="add mod">
          <ac:chgData name="David Long" userId="f0dab1f4b2f59987" providerId="LiveId" clId="{BD423006-59C5-4E11-8B6B-507DC77F169F}" dt="2026-10-13T23:26:06.508" v="11224" actId="139"/>
          <ac:spMkLst>
            <pc:docMk/>
            <pc:sldMk cId="1860422736" sldId="282"/>
            <ac:spMk id="6" creationId="{DAD5F136-706B-6705-DA25-ACF65E794C81}"/>
          </ac:spMkLst>
        </pc:spChg>
        <pc:spChg chg="del mod">
          <ac:chgData name="David Long" userId="f0dab1f4b2f59987" providerId="LiveId" clId="{BD423006-59C5-4E11-8B6B-507DC77F169F}" dt="2026-10-13T22:46:28.915" v="10046"/>
          <ac:spMkLst>
            <pc:docMk/>
            <pc:sldMk cId="1860422736" sldId="282"/>
            <ac:spMk id="7" creationId="{00000000-0000-0000-0000-000000000000}"/>
          </ac:spMkLst>
        </pc:spChg>
        <pc:spChg chg="add mod">
          <ac:chgData name="David Long" userId="f0dab1f4b2f59987" providerId="LiveId" clId="{BD423006-59C5-4E11-8B6B-507DC77F169F}" dt="2026-10-13T23:26:06.608" v="11237" actId="139"/>
          <ac:spMkLst>
            <pc:docMk/>
            <pc:sldMk cId="1860422736" sldId="282"/>
            <ac:spMk id="7" creationId="{3B806650-6641-4409-B79E-B584793EA1F7}"/>
          </ac:spMkLst>
        </pc:spChg>
        <pc:spChg chg="del mod">
          <ac:chgData name="David Long" userId="f0dab1f4b2f59987" providerId="LiveId" clId="{BD423006-59C5-4E11-8B6B-507DC77F169F}" dt="2026-10-13T22:46:28.945" v="10048"/>
          <ac:spMkLst>
            <pc:docMk/>
            <pc:sldMk cId="1860422736" sldId="282"/>
            <ac:spMk id="8" creationId="{00000000-0000-0000-0000-000000000000}"/>
          </ac:spMkLst>
        </pc:spChg>
        <pc:spChg chg="add mod">
          <ac:chgData name="David Long" userId="f0dab1f4b2f59987" providerId="LiveId" clId="{BD423006-59C5-4E11-8B6B-507DC77F169F}" dt="2026-10-13T23:26:06.680" v="11250" actId="139"/>
          <ac:spMkLst>
            <pc:docMk/>
            <pc:sldMk cId="1860422736" sldId="282"/>
            <ac:spMk id="8" creationId="{7B943B78-58DC-BF4A-C144-D4F302310027}"/>
          </ac:spMkLst>
        </pc:spChg>
        <pc:spChg chg="del">
          <ac:chgData name="David Long" userId="f0dab1f4b2f59987" providerId="LiveId" clId="{BD423006-59C5-4E11-8B6B-507DC77F169F}" dt="2026-10-13T22:46:29.006" v="10050"/>
          <ac:spMkLst>
            <pc:docMk/>
            <pc:sldMk cId="1860422736" sldId="282"/>
            <ac:spMk id="9" creationId="{00000000-0000-0000-0000-000000000000}"/>
          </ac:spMkLst>
        </pc:spChg>
        <pc:spChg chg="del mod">
          <ac:chgData name="David Long" userId="f0dab1f4b2f59987" providerId="LiveId" clId="{BD423006-59C5-4E11-8B6B-507DC77F169F}" dt="2026-10-13T22:46:29.292" v="10052"/>
          <ac:spMkLst>
            <pc:docMk/>
            <pc:sldMk cId="1860422736" sldId="282"/>
            <ac:spMk id="10" creationId="{00000000-0000-0000-0000-000000000000}"/>
          </ac:spMkLst>
        </pc:spChg>
        <pc:spChg chg="del mod">
          <ac:chgData name="David Long" userId="f0dab1f4b2f59987" providerId="LiveId" clId="{BD423006-59C5-4E11-8B6B-507DC77F169F}" dt="2026-10-13T22:46:29.696" v="10054"/>
          <ac:spMkLst>
            <pc:docMk/>
            <pc:sldMk cId="1860422736" sldId="282"/>
            <ac:spMk id="11" creationId="{00000000-0000-0000-0000-000000000000}"/>
          </ac:spMkLst>
        </pc:spChg>
        <pc:spChg chg="del">
          <ac:chgData name="David Long" userId="f0dab1f4b2f59987" providerId="LiveId" clId="{BD423006-59C5-4E11-8B6B-507DC77F169F}" dt="2026-10-13T22:46:30.043" v="10056"/>
          <ac:spMkLst>
            <pc:docMk/>
            <pc:sldMk cId="1860422736" sldId="282"/>
            <ac:spMk id="12" creationId="{00000000-0000-0000-0000-000000000000}"/>
          </ac:spMkLst>
        </pc:spChg>
        <pc:spChg chg="del mod">
          <ac:chgData name="David Long" userId="f0dab1f4b2f59987" providerId="LiveId" clId="{BD423006-59C5-4E11-8B6B-507DC77F169F}" dt="2026-10-13T22:46:30.670" v="10058"/>
          <ac:spMkLst>
            <pc:docMk/>
            <pc:sldMk cId="1860422736" sldId="282"/>
            <ac:spMk id="13" creationId="{00000000-0000-0000-0000-000000000000}"/>
          </ac:spMkLst>
        </pc:spChg>
        <pc:spChg chg="del mod">
          <ac:chgData name="David Long" userId="f0dab1f4b2f59987" providerId="LiveId" clId="{BD423006-59C5-4E11-8B6B-507DC77F169F}" dt="2026-10-13T22:46:30.720" v="10060"/>
          <ac:spMkLst>
            <pc:docMk/>
            <pc:sldMk cId="1860422736" sldId="282"/>
            <ac:spMk id="14" creationId="{00000000-0000-0000-0000-000000000000}"/>
          </ac:spMkLst>
        </pc:spChg>
      </pc:sldChg>
      <pc:sldChg chg="modSp add mod ord modNotes">
        <pc:chgData name="David Long" userId="f0dab1f4b2f59987" providerId="LiveId" clId="{BD423006-59C5-4E11-8B6B-507DC77F169F}" dt="2026-10-13T23:26:09.838" v="11674" actId="20577"/>
        <pc:sldMkLst>
          <pc:docMk/>
          <pc:sldMk cId="818826830" sldId="283"/>
        </pc:sldMkLst>
        <pc:spChg chg="mod">
          <ac:chgData name="David Long" userId="f0dab1f4b2f59987" providerId="LiveId" clId="{BD423006-59C5-4E11-8B6B-507DC77F169F}" dt="2026-10-13T23:26:02.064" v="10576" actId="947"/>
          <ac:spMkLst>
            <pc:docMk/>
            <pc:sldMk cId="818826830" sldId="283"/>
            <ac:spMk id="4" creationId="{00000000-0000-0000-0000-000000000000}"/>
          </ac:spMkLst>
        </pc:spChg>
        <pc:spChg chg="mod">
          <ac:chgData name="David Long" userId="f0dab1f4b2f59987" providerId="LiveId" clId="{BD423006-59C5-4E11-8B6B-507DC77F169F}" dt="2026-10-13T23:26:02.050" v="10567" actId="947"/>
          <ac:spMkLst>
            <pc:docMk/>
            <pc:sldMk cId="818826830" sldId="283"/>
            <ac:spMk id="5" creationId="{00000000-0000-0000-0000-000000000000}"/>
          </ac:spMkLst>
        </pc:spChg>
        <pc:spChg chg="mod">
          <ac:chgData name="David Long" userId="f0dab1f4b2f59987" providerId="LiveId" clId="{BD423006-59C5-4E11-8B6B-507DC77F169F}" dt="2026-10-13T23:26:01.265" v="10297" actId="139"/>
          <ac:spMkLst>
            <pc:docMk/>
            <pc:sldMk cId="818826830" sldId="283"/>
            <ac:spMk id="6" creationId="{00000000-0000-0000-0000-000000000000}"/>
          </ac:spMkLst>
        </pc:spChg>
        <pc:spChg chg="mod">
          <ac:chgData name="David Long" userId="f0dab1f4b2f59987" providerId="LiveId" clId="{BD423006-59C5-4E11-8B6B-507DC77F169F}" dt="2026-10-13T23:26:01.284" v="10300" actId="139"/>
          <ac:spMkLst>
            <pc:docMk/>
            <pc:sldMk cId="818826830" sldId="283"/>
            <ac:spMk id="8" creationId="{00000000-0000-0000-0000-000000000000}"/>
          </ac:spMkLst>
        </pc:spChg>
        <pc:spChg chg="mod">
          <ac:chgData name="David Long" userId="f0dab1f4b2f59987" providerId="LiveId" clId="{BD423006-59C5-4E11-8B6B-507DC77F169F}" dt="2026-10-13T23:26:02.716" v="10678" actId="948"/>
          <ac:spMkLst>
            <pc:docMk/>
            <pc:sldMk cId="818826830" sldId="283"/>
            <ac:spMk id="9" creationId="{00000000-0000-0000-0000-000000000000}"/>
          </ac:spMkLst>
        </pc:spChg>
        <pc:spChg chg="mod">
          <ac:chgData name="David Long" userId="f0dab1f4b2f59987" providerId="LiveId" clId="{BD423006-59C5-4E11-8B6B-507DC77F169F}" dt="2026-10-13T23:26:01.328" v="10306" actId="139"/>
          <ac:spMkLst>
            <pc:docMk/>
            <pc:sldMk cId="818826830" sldId="283"/>
            <ac:spMk id="11" creationId="{00000000-0000-0000-0000-000000000000}"/>
          </ac:spMkLst>
        </pc:spChg>
        <pc:spChg chg="mod">
          <ac:chgData name="David Long" userId="f0dab1f4b2f59987" providerId="LiveId" clId="{BD423006-59C5-4E11-8B6B-507DC77F169F}" dt="2026-10-13T23:26:02.740" v="10680" actId="948"/>
          <ac:spMkLst>
            <pc:docMk/>
            <pc:sldMk cId="818826830" sldId="283"/>
            <ac:spMk id="12" creationId="{00000000-0000-0000-0000-000000000000}"/>
          </ac:spMkLst>
        </pc:spChg>
        <pc:spChg chg="mod">
          <ac:chgData name="David Long" userId="f0dab1f4b2f59987" providerId="LiveId" clId="{BD423006-59C5-4E11-8B6B-507DC77F169F}" dt="2026-10-13T23:26:01.379" v="10312" actId="139"/>
          <ac:spMkLst>
            <pc:docMk/>
            <pc:sldMk cId="818826830" sldId="283"/>
            <ac:spMk id="14" creationId="{00000000-0000-0000-0000-000000000000}"/>
          </ac:spMkLst>
        </pc:spChg>
        <pc:spChg chg="mod">
          <ac:chgData name="David Long" userId="f0dab1f4b2f59987" providerId="LiveId" clId="{BD423006-59C5-4E11-8B6B-507DC77F169F}" dt="2026-10-13T23:26:02.767" v="10682" actId="948"/>
          <ac:spMkLst>
            <pc:docMk/>
            <pc:sldMk cId="818826830" sldId="283"/>
            <ac:spMk id="15" creationId="{00000000-0000-0000-0000-000000000000}"/>
          </ac:spMkLst>
        </pc:spChg>
      </pc:sldChg>
      <pc:sldChg chg="modSp add mod ord modNotes">
        <pc:chgData name="David Long" userId="f0dab1f4b2f59987" providerId="LiveId" clId="{BD423006-59C5-4E11-8B6B-507DC77F169F}" dt="2026-10-13T23:26:09.974" v="11675" actId="20577"/>
        <pc:sldMkLst>
          <pc:docMk/>
          <pc:sldMk cId="2032942179" sldId="284"/>
        </pc:sldMkLst>
        <pc:spChg chg="mod">
          <ac:chgData name="David Long" userId="f0dab1f4b2f59987" providerId="LiveId" clId="{BD423006-59C5-4E11-8B6B-507DC77F169F}" dt="2026-10-13T23:26:02.088" v="10594" actId="947"/>
          <ac:spMkLst>
            <pc:docMk/>
            <pc:sldMk cId="2032942179" sldId="284"/>
            <ac:spMk id="4" creationId="{00000000-0000-0000-0000-000000000000}"/>
          </ac:spMkLst>
        </pc:spChg>
        <pc:spChg chg="mod">
          <ac:chgData name="David Long" userId="f0dab1f4b2f59987" providerId="LiveId" clId="{BD423006-59C5-4E11-8B6B-507DC77F169F}" dt="2026-10-13T23:26:02.076" v="10585" actId="947"/>
          <ac:spMkLst>
            <pc:docMk/>
            <pc:sldMk cId="2032942179" sldId="284"/>
            <ac:spMk id="5" creationId="{00000000-0000-0000-0000-000000000000}"/>
          </ac:spMkLst>
        </pc:spChg>
        <pc:spChg chg="mod">
          <ac:chgData name="David Long" userId="f0dab1f4b2f59987" providerId="LiveId" clId="{BD423006-59C5-4E11-8B6B-507DC77F169F}" dt="2026-10-13T23:26:01.468" v="10324" actId="139"/>
          <ac:spMkLst>
            <pc:docMk/>
            <pc:sldMk cId="2032942179" sldId="284"/>
            <ac:spMk id="7" creationId="{00000000-0000-0000-0000-000000000000}"/>
          </ac:spMkLst>
        </pc:spChg>
        <pc:spChg chg="mod">
          <ac:chgData name="David Long" userId="f0dab1f4b2f59987" providerId="LiveId" clId="{BD423006-59C5-4E11-8B6B-507DC77F169F}" dt="2026-10-13T23:26:02.779" v="10683" actId="947"/>
          <ac:spMkLst>
            <pc:docMk/>
            <pc:sldMk cId="2032942179" sldId="284"/>
            <ac:spMk id="8" creationId="{00000000-0000-0000-0000-000000000000}"/>
          </ac:spMkLst>
        </pc:spChg>
        <pc:spChg chg="mod">
          <ac:chgData name="David Long" userId="f0dab1f4b2f59987" providerId="LiveId" clId="{BD423006-59C5-4E11-8B6B-507DC77F169F}" dt="2026-10-13T23:26:01.507" v="10330" actId="139"/>
          <ac:spMkLst>
            <pc:docMk/>
            <pc:sldMk cId="2032942179" sldId="284"/>
            <ac:spMk id="10" creationId="{00000000-0000-0000-0000-000000000000}"/>
          </ac:spMkLst>
        </pc:spChg>
        <pc:spChg chg="mod">
          <ac:chgData name="David Long" userId="f0dab1f4b2f59987" providerId="LiveId" clId="{BD423006-59C5-4E11-8B6B-507DC77F169F}" dt="2026-10-13T23:26:02.789" v="10684" actId="947"/>
          <ac:spMkLst>
            <pc:docMk/>
            <pc:sldMk cId="2032942179" sldId="284"/>
            <ac:spMk id="11" creationId="{00000000-0000-0000-0000-000000000000}"/>
          </ac:spMkLst>
        </pc:spChg>
        <pc:spChg chg="mod">
          <ac:chgData name="David Long" userId="f0dab1f4b2f59987" providerId="LiveId" clId="{BD423006-59C5-4E11-8B6B-507DC77F169F}" dt="2026-10-13T23:26:01.545" v="10336" actId="139"/>
          <ac:spMkLst>
            <pc:docMk/>
            <pc:sldMk cId="2032942179" sldId="284"/>
            <ac:spMk id="13" creationId="{00000000-0000-0000-0000-000000000000}"/>
          </ac:spMkLst>
        </pc:spChg>
        <pc:spChg chg="mod">
          <ac:chgData name="David Long" userId="f0dab1f4b2f59987" providerId="LiveId" clId="{BD423006-59C5-4E11-8B6B-507DC77F169F}" dt="2026-10-13T23:26:02.801" v="10685" actId="947"/>
          <ac:spMkLst>
            <pc:docMk/>
            <pc:sldMk cId="2032942179" sldId="284"/>
            <ac:spMk id="14" creationId="{00000000-0000-0000-0000-000000000000}"/>
          </ac:spMkLst>
        </pc:spChg>
        <pc:spChg chg="mod">
          <ac:chgData name="David Long" userId="f0dab1f4b2f59987" providerId="LiveId" clId="{BD423006-59C5-4E11-8B6B-507DC77F169F}" dt="2026-10-13T23:26:01.588" v="10342" actId="139"/>
          <ac:spMkLst>
            <pc:docMk/>
            <pc:sldMk cId="2032942179" sldId="284"/>
            <ac:spMk id="16" creationId="{00000000-0000-0000-0000-000000000000}"/>
          </ac:spMkLst>
        </pc:spChg>
        <pc:spChg chg="mod">
          <ac:chgData name="David Long" userId="f0dab1f4b2f59987" providerId="LiveId" clId="{BD423006-59C5-4E11-8B6B-507DC77F169F}" dt="2026-10-13T23:26:01.619" v="10345" actId="139"/>
          <ac:spMkLst>
            <pc:docMk/>
            <pc:sldMk cId="2032942179" sldId="284"/>
            <ac:spMk id="19" creationId="{00000000-0000-0000-0000-000000000000}"/>
          </ac:spMkLst>
        </pc:spChg>
        <pc:spChg chg="mod">
          <ac:chgData name="David Long" userId="f0dab1f4b2f59987" providerId="LiveId" clId="{BD423006-59C5-4E11-8B6B-507DC77F169F}" dt="2026-10-13T23:26:01.650" v="10348" actId="139"/>
          <ac:spMkLst>
            <pc:docMk/>
            <pc:sldMk cId="2032942179" sldId="284"/>
            <ac:spMk id="22" creationId="{00000000-0000-0000-0000-000000000000}"/>
          </ac:spMkLst>
        </pc:spChg>
        <pc:spChg chg="mod">
          <ac:chgData name="David Long" userId="f0dab1f4b2f59987" providerId="LiveId" clId="{BD423006-59C5-4E11-8B6B-507DC77F169F}" dt="2026-10-13T23:26:01.677" v="10351" actId="139"/>
          <ac:spMkLst>
            <pc:docMk/>
            <pc:sldMk cId="2032942179" sldId="284"/>
            <ac:spMk id="25" creationId="{00000000-0000-0000-0000-000000000000}"/>
          </ac:spMkLst>
        </pc:spChg>
      </pc:sldChg>
      <pc:sldChg chg="addSp delSp modSp add mod ord modNotes">
        <pc:chgData name="David Long" userId="f0dab1f4b2f59987" providerId="LiveId" clId="{BD423006-59C5-4E11-8B6B-507DC77F169F}" dt="2026-10-13T23:26:11.992" v="11682" actId="20577"/>
        <pc:sldMkLst>
          <pc:docMk/>
          <pc:sldMk cId="4004988534" sldId="285"/>
        </pc:sldMkLst>
        <pc:spChg chg="del">
          <ac:chgData name="David Long" userId="f0dab1f4b2f59987" providerId="LiveId" clId="{BD423006-59C5-4E11-8B6B-507DC77F169F}" dt="2026-10-13T23:26:06.695" v="11252"/>
          <ac:spMkLst>
            <pc:docMk/>
            <pc:sldMk cId="4004988534" sldId="285"/>
            <ac:spMk id="2" creationId="{00000000-0000-0000-0000-000000000000}"/>
          </ac:spMkLst>
        </pc:spChg>
        <pc:spChg chg="mod">
          <ac:chgData name="David Long" userId="f0dab1f4b2f59987" providerId="LiveId" clId="{BD423006-59C5-4E11-8B6B-507DC77F169F}" dt="2026-10-13T23:26:02.010" v="10540" actId="947"/>
          <ac:spMkLst>
            <pc:docMk/>
            <pc:sldMk cId="4004988534" sldId="285"/>
            <ac:spMk id="4" creationId="{00000000-0000-0000-0000-000000000000}"/>
          </ac:spMkLst>
        </pc:spChg>
        <pc:spChg chg="mod">
          <ac:chgData name="David Long" userId="f0dab1f4b2f59987" providerId="LiveId" clId="{BD423006-59C5-4E11-8B6B-507DC77F169F}" dt="2026-10-13T23:26:01.999" v="10531" actId="947"/>
          <ac:spMkLst>
            <pc:docMk/>
            <pc:sldMk cId="4004988534" sldId="285"/>
            <ac:spMk id="5" creationId="{00000000-0000-0000-0000-000000000000}"/>
          </ac:spMkLst>
        </pc:spChg>
        <pc:spChg chg="add mod">
          <ac:chgData name="David Long" userId="f0dab1f4b2f59987" providerId="LiveId" clId="{BD423006-59C5-4E11-8B6B-507DC77F169F}" dt="2026-10-13T23:26:09.006" v="11585" actId="139"/>
          <ac:spMkLst>
            <pc:docMk/>
            <pc:sldMk cId="4004988534" sldId="285"/>
            <ac:spMk id="7" creationId="{91500ADB-73AE-5E36-2B31-54DE0155DC76}"/>
          </ac:spMkLst>
        </pc:spChg>
        <pc:spChg chg="add mod">
          <ac:chgData name="David Long" userId="f0dab1f4b2f59987" providerId="LiveId" clId="{BD423006-59C5-4E11-8B6B-507DC77F169F}" dt="2026-10-13T23:26:09.052" v="11598" actId="139"/>
          <ac:spMkLst>
            <pc:docMk/>
            <pc:sldMk cId="4004988534" sldId="285"/>
            <ac:spMk id="8" creationId="{16F3D08A-B2DE-4752-24AE-A52FBA1F8891}"/>
          </ac:spMkLst>
        </pc:spChg>
        <pc:spChg chg="add mod">
          <ac:chgData name="David Long" userId="f0dab1f4b2f59987" providerId="LiveId" clId="{BD423006-59C5-4E11-8B6B-507DC77F169F}" dt="2026-10-13T23:26:09.095" v="11611" actId="139"/>
          <ac:spMkLst>
            <pc:docMk/>
            <pc:sldMk cId="4004988534" sldId="285"/>
            <ac:spMk id="9" creationId="{B0C8063E-CE5E-AE5F-7687-032056E3B4F8}"/>
          </ac:spMkLst>
        </pc:spChg>
        <pc:graphicFrameChg chg="add mod modGraphic">
          <ac:chgData name="David Long" userId="f0dab1f4b2f59987" providerId="LiveId" clId="{BD423006-59C5-4E11-8B6B-507DC77F169F}" dt="2026-10-13T23:26:08.936" v="11572" actId="11"/>
          <ac:graphicFrameMkLst>
            <pc:docMk/>
            <pc:sldMk cId="4004988534" sldId="285"/>
            <ac:graphicFrameMk id="6" creationId="{C47F4C4B-330A-CD4D-FA5F-6E5E686EC89C}"/>
          </ac:graphicFrameMkLst>
        </pc:graphicFrameChg>
      </pc:sldChg>
      <pc:sldChg chg="add">
        <pc:chgData name="David Long" userId="f0dab1f4b2f59987" providerId="LiveId" clId="{BD423006-59C5-4E11-8B6B-507DC77F169F}" dt="2026-10-13T23:36:16.987" v="11737"/>
        <pc:sldMkLst>
          <pc:docMk/>
          <pc:sldMk cId="0" sldId="2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40086F-6501-442A-B5F5-9D09605BDEE0}" type="datetimeFigureOut">
              <a:rPr lang="en-AU" smtClean="0"/>
              <a:t>14/10/2026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A084F6-DEB1-46CA-8A6A-74785726ECE7}" type="slidenum">
              <a:rPr lang="en-AU" smtClean="0"/>
              <a:t>‹#›</a:t>
            </a:fld>
            <a:endParaRPr lang="en-AU"/>
          </a:p>
        </p:txBody>
      </p:sp>
    </p:spTree>
    <p:extLst>
      <p:ext uri="{BB962C8B-B14F-4D97-AF65-F5344CB8AC3E}">
        <p14:creationId xmlns:p14="http://schemas.microsoft.com/office/powerpoint/2010/main" val="2091466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a:t>Today I will present the complete journey through both iterations of the scheduling algorithm research. The goal was to improve daily aircraft availability by changing maintenance timing while preserving the maintenance rules. Iteration 1 established the objective and made the search practical. Iteration 2 tested whether a more exploratory method could improve it, investigated starting schedules, and finished a wider hyperparameter study. I will focus on the measured findings and the final recommendation. The supporting diagrams and earlier plots are available after the references for questions.</a:t>
            </a:r>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1</a:t>
            </a:fld>
            <a:endParaRPr lang="en-AU"/>
          </a:p>
        </p:txBody>
      </p:sp>
    </p:spTree>
    <p:extLst>
      <p:ext uri="{BB962C8B-B14F-4D97-AF65-F5344CB8AC3E}">
        <p14:creationId xmlns:p14="http://schemas.microsoft.com/office/powerpoint/2010/main" val="2100740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a:t>The scheduling problem starts when several aircraft enter maintenance at similar times. Availability then falls even if the average across the year looks acceptable. The decision variable is the start of a check inside its legal start window. Checks must not overlap on one aircraft, and changing one check must preserve the sequence and the reset rules for later checks. The score ranks worst-day availability first, lower population standard deviation second, and mean availability last. A smoother schedule cannot compensate for a lower worst day. Random failures and resource shortages motivate the problem, but the reported experiments model scheduled maintenance. Source: CONTEXT.md and the completed technical report dated 12 October 2026.</a:t>
            </a:r>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2</a:t>
            </a:fld>
            <a:endParaRPr lang="en-AU"/>
          </a:p>
        </p:txBody>
      </p:sp>
    </p:spTree>
    <p:extLst>
      <p:ext uri="{BB962C8B-B14F-4D97-AF65-F5344CB8AC3E}">
        <p14:creationId xmlns:p14="http://schemas.microsoft.com/office/powerpoint/2010/main" val="3758253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work developed in two iterations. First, a simple ten-aircraft dataset established that local neighbourhood search could reduce maintenance overlap. Scaling to the heavy forecast made candidate evaluation expensive, so the method progressed through random sampling to deterministic priority selection. The second iteration asked whether basin-hopping with tabu polish could escape local optima, how sensitive the result was to the start schedule, and which neighbourhood settings should be retained. The newest study tests the settings on three matched forecasts. This order shows why each change was needed and how the final recommendation follows from the evidence.</a:t>
            </a:r>
            <a:endParaRPr lang="en-AU"/>
          </a:p>
        </p:txBody>
      </p:sp>
      <p:sp>
        <p:nvSpPr>
          <p:cNvPr id="4" name="Slide Number Placeholder 3"/>
          <p:cNvSpPr>
            <a:spLocks noGrp="1"/>
          </p:cNvSpPr>
          <p:nvPr>
            <p:ph type="sldNum" sz="quarter" idx="5"/>
          </p:nvPr>
        </p:nvSpPr>
        <p:spPr/>
        <p:txBody>
          <a:bodyPr/>
          <a:lstStyle/>
          <a:p>
            <a:fld id="{81A084F6-DEB1-46CA-8A6A-74785726ECE7}" type="slidenum">
              <a:rPr lang="en-AU" smtClean="0"/>
              <a:t>3</a:t>
            </a:fld>
            <a:endParaRPr lang="en-AU"/>
          </a:p>
        </p:txBody>
      </p:sp>
    </p:spTree>
    <p:extLst>
      <p:ext uri="{BB962C8B-B14F-4D97-AF65-F5344CB8AC3E}">
        <p14:creationId xmlns:p14="http://schemas.microsoft.com/office/powerpoint/2010/main" val="2936172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proof of concept used ten aircraft with eight checks each. Each check lasted sixty days, and the model constrained maintenance intervals to the supplied window. The flowchart shows the basic search loop: calculate daily availability, score the schedule, generate neighbours by shifting one check, reject infeasible candidates, and keep the best improvement. Larger timing changes came before smaller changes. On the right, the resulting simple-fleet schedule retains at least eight available aircraft, which was the original target. This established the objective and feasibility checks before the heavy maintenance model made the neighbourhood much larger. Source: presentations/Iteration 1.pptx and Iteration 1 Milestones.pptx.</a:t>
            </a:r>
            <a:endParaRPr lang="en-US" dirty="0"/>
          </a:p>
        </p:txBody>
      </p:sp>
      <p:sp>
        <p:nvSpPr>
          <p:cNvPr id="4" name="Slide Number Placeholder 3"/>
          <p:cNvSpPr>
            <a:spLocks noGrp="1"/>
          </p:cNvSpPr>
          <p:nvPr>
            <p:ph type="sldNum" sz="quarter" idx="5"/>
          </p:nvPr>
        </p:nvSpPr>
        <p:spPr/>
        <p:txBody>
          <a:bodyPr/>
          <a:lstStyle/>
          <a:p>
            <a:fld id="{81A084F6-DEB1-46CA-8A6A-74785726ECE7}" type="slidenum">
              <a:rPr lang="en-AU" smtClean="0"/>
              <a:t>4</a:t>
            </a:fld>
            <a:endParaRPr lang="en-AU"/>
          </a:p>
        </p:txBody>
      </p:sp>
    </p:spTree>
    <p:extLst>
      <p:ext uri="{BB962C8B-B14F-4D97-AF65-F5344CB8AC3E}">
        <p14:creationId xmlns:p14="http://schemas.microsoft.com/office/powerpoint/2010/main" val="2193473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heavy forecast contains twenty-four aircraft and two hundred and seventy-eight supplied checks over roughly twelve years. It adds A, B, C, and D check types, with different durations and maintenance reset rules. The repeating sequence is shown on the slide. The availability plot makes the central difficulty visible: long checks can overlap and create a sustained dip. In this model, shifting one check can change the due clocks for later checks on the same aircraft. The optimiser therefore needs to rebuild the later schedule rather than treating every start as an independent variable. The displayed table and plot come from the original iteration presentation.</a:t>
            </a:r>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5</a:t>
            </a:fld>
            <a:endParaRPr lang="en-AU"/>
          </a:p>
        </p:txBody>
      </p:sp>
    </p:spTree>
    <p:extLst>
      <p:ext uri="{BB962C8B-B14F-4D97-AF65-F5344CB8AC3E}">
        <p14:creationId xmlns:p14="http://schemas.microsoft.com/office/powerpoint/2010/main" val="3821960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B59F1-A0E3-C8D8-2304-B07ADAE00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9E565-BC4E-5CC4-A1D2-4628A881D8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8FAB18-7B0E-E825-351F-1141FACECE3F}"/>
              </a:ext>
            </a:extLst>
          </p:cNvPr>
          <p:cNvSpPr>
            <a:spLocks noGrp="1"/>
          </p:cNvSpPr>
          <p:nvPr>
            <p:ph type="body" idx="1"/>
          </p:nvPr>
        </p:nvSpPr>
        <p:spPr/>
        <p:txBody>
          <a:bodyPr/>
          <a:lstStyle/>
          <a:p>
            <a:r>
              <a:rPr lang="en-US"/>
              <a:t>When the same neighbourhood search scaled to the heavy forecast, an iteration could produce over a thousand candidate schedules. Fully copying, checking, and scoring each one was expensive. Sampling two hundred neighbours reduced the work but introduced uncertainty, because the sample could omit a useful improving move. The next change used the structure of the problem: checks covering the worst availability days are the most relevant place to search first. Priority selection therefore concentrates the work deterministically, while widening the search when a worse priority group cannot improve. Source: Iteration 1 milestone slides 5 to 7.</a:t>
            </a:r>
            <a:endParaRPr lang="en-US" dirty="0"/>
          </a:p>
        </p:txBody>
      </p:sp>
      <p:sp>
        <p:nvSpPr>
          <p:cNvPr id="4" name="Slide Number Placeholder 3">
            <a:extLst>
              <a:ext uri="{FF2B5EF4-FFF2-40B4-BE49-F238E27FC236}">
                <a16:creationId xmlns:a16="http://schemas.microsoft.com/office/drawing/2014/main" id="{5E528F73-DBEA-CA63-193B-43E3DC8CFA23}"/>
              </a:ext>
            </a:extLst>
          </p:cNvPr>
          <p:cNvSpPr>
            <a:spLocks noGrp="1"/>
          </p:cNvSpPr>
          <p:nvPr>
            <p:ph type="sldNum" sz="quarter" idx="5"/>
          </p:nvPr>
        </p:nvSpPr>
        <p:spPr/>
        <p:txBody>
          <a:bodyPr/>
          <a:lstStyle/>
          <a:p>
            <a:fld id="{81A084F6-DEB1-46CA-8A6A-74785726ECE7}" type="slidenum">
              <a:rPr lang="en-AU" smtClean="0"/>
              <a:t>6</a:t>
            </a:fld>
            <a:endParaRPr lang="en-AU"/>
          </a:p>
        </p:txBody>
      </p:sp>
    </p:spTree>
    <p:extLst>
      <p:ext uri="{BB962C8B-B14F-4D97-AF65-F5344CB8AC3E}">
        <p14:creationId xmlns:p14="http://schemas.microsoft.com/office/powerpoint/2010/main" val="1408259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method I want to spend the most time on, because it is the main technical result of iteration 1.
Priority-based selection changes the question we ask. Instead of asking “what happens if we try random moves to find the best one?”, we ask “which maintenance events are actually hurting and causing the minimum availability to be the lowest?”
How this algorithm works is for every event, it gets a priority score equal to the lowest fleet availability of the event for every day it is active. So if an event overlaps a day when only fifteen aircraft are available on that day, then the event priority score is fifteen. Then the events with the lowest priority score will be the ones to be shifted first.
Another thing I changed is that when we move one check, we do not leave the rest of that aircraft’s plan sitting in a potentially broken state. Before, </a:t>
            </a:r>
            <a:r>
              <a:rPr lang="en-AU" sz="1200" b="0" i="0" kern="1200" dirty="0">
                <a:solidFill>
                  <a:schemeClr val="tx1"/>
                </a:solidFill>
                <a:effectLst/>
                <a:latin typeface="+mn-lt"/>
                <a:ea typeface="+mn-ea"/>
                <a:cs typeface="+mn-cs"/>
              </a:rPr>
              <a:t>when we move one maintenance check, only that selected event is shifted. Now when an event is shifted, the schedule is rebuilt, everything earlier on the same aircraft stays exactly as it was. Everything later is recalculated from the new shift date using the A/B/C/D rules, so the due dates will remain legal even after getting shifted.</a:t>
            </a:r>
            <a:r>
              <a:rPr lang="en-US" dirty="0"/>
              <a:t>
I also changed how scoring works. The entire fleet is not deep copied for every trial. We rebuild one aircraft, then update availability incrementally. That aircraft’s old intervals are removed from the stored availability array, and the new rebuilt intervals are added, and scored once. That is much cheaper than recomputing availability from scratch for every </a:t>
            </a:r>
            <a:r>
              <a:rPr lang="en-US" dirty="0" err="1"/>
              <a:t>neighbour</a:t>
            </a:r>
            <a:r>
              <a:rPr lang="en-US" dirty="0"/>
              <a:t>.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Each check receives a priority equal to the lowest fleet availability during its maintenance interval. A check covering a day with fifteen available aircraft has priority fifteen. Checks then belong to exclusive priority groups. In this illustration, twenty checks touch the worst days, so a pair of timing shifts produces around forty proposals at that first group. The baseline chooses the best improving move within the first group that can improve the score. If none improves, it expands to the next group. After a move, the later checks on that aircraft are rebuilt and availability is updated incrementally. This combines targeted selection with lower evaluation cost. Source: Iteration 1 Milestones.pptx slides 7 and 8.</a:t>
            </a:r>
            <a:endParaRPr lang="en-US"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75503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The historical milestone comparison reported about nine hundred and twenty seconds for full neighbourhood search, four hundred and fifty-one seconds for two hundred random samples, and fifteen point four seconds for priority selection. That is approximately sixty times faster than full search and thirty times faster than the sampled method in that benchmark. The primary result was an improvement from fifteen to eighteen available aircraft on the worst day. These are the historical Iteration 1 measurements. They are not directly comparable with the timings in the new hyperparameter study, which uses a matched scoring window and a verified study driver. Source: Iteration 1 Milestones.pptx slide 9.</a:t>
            </a:r>
            <a:endParaRPr lang="en-US"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10486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second iteration focused on three questions. Could a method that temporarily accepts a worse schedule improve the tuned hill-climb? How much did the starting schedule affect the result? And which settings worked consistently across the tested forecasts? Operational constraints were part of the earlier plan, but they are outside the scope requested for this final presentation. Maintenance legality remains necessary throughout. I will separate the earlier controlled start-schedule experiment from the new moderate and wide stagger datasets, because those newer datasets change maintenance opening states and are different problem instances. Sources: Iteration 2 execution plan, completed study records, and the final-presentation scope.</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baseline is an improving priority hill-climb. The candidate is basin-hopping with tabu polish, built on the same maintenance neighbourhoods. It first obtains a polished schedule, perturbs it to leave the current local optimum, and uses tabu search to polish the new schedule. Temperature then determines whether to continue from a worse basin. The best-so-far schedule is tracked separately and is the result we return. This is more structured than simply accepting every generated neighbour along one annealing chain. Classic simulated annealing remains an earlier ablation and is not the candidate in the comparison that follows. Source: .scratch/iteration-2/spec.md and the 12 October 2026 completed technical report.</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implemented candidate can temporarily accept a lower worst-day availability at high temperature. That differs from the original execution-plan slide, which always rejected a lower worst day. The tightened fallback keeps that stricter rule and anneals only when worst-day availability is unchanged. Both versions return the best-so-far schedule. The decision comparison holds the input and half-step neighbourhoods fixed. The random candidate runs use seeds one, two, and three, and we report their median with their spread. Adoption requires all seeds to retain eighteen aircraft, at least zero point zero zero five improvement in standard deviation, and median runtime within five minutes. Sources: docs/adr/0001-temperature-may-lower-worst-day.md and .scratch/iteration-2/study-results.json.</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On the original decision benchmark, all reported methods retained eighteen aircraft on the worst day. The tuned hill-climb achieved standard deviation about one point three nine two in one hundred and fifteen point six seconds. Basin-hopping improved the median standard deviation by only zero point zero zero one four four, below the required zero point zero zero five. Its median runtime was three hundred and six point three seconds, just over the five-minute limit. Two runs reached the time budget. Tightened acceptance matched the hill-climb quality. The candidate therefore failed both the smoothness threshold and the runtime criterion. These values use the earlier decision-study horizon and must not be compared numerically with the later matched hyperparameter scores. Source: .scratch/iteration-2/study-results.json, decision section.</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This earlier experiment changes the opening start schedule for the same original checks and due dates. The three starts are as-loaded, bunched, and spread. All begin at a worst-day availability of fifteen and finish at eighteen with the tuned hill-climb. The as-loaded start finishes smoothest. Basin-hopping adds a small smoothness improvement on each start but takes longer. This supports retaining the as-loaded start for that original instance. It does not show that a more widely staggered fleet is always worse. The new moderate and wide datasets have different maintenance ages and check mixes, so their results answer a different question. Source: .scratch/iteration-2/study-results.json, stagger section.</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completed hyperparameter study crosses fifty-eight neighbourhood and selection settings with three actual input workbooks, giving one hundred and seventy-four matched sweep cases and two hundred and three total run records. All use the same forecast dates, from twenty-first January 2026 to eighteenth January 2038. The aged fleets retain their saved sequence positions and due clocks, and checks already commenced before the benchmark are frozen. Endpoints receive full rule replay and independent daily availability checks. Serial finalist timing repeats follow the parallel sweeps. The original, moderate, and wide inputs are distinct maintenance problem instances. We compare tuning against the default within each one, rather than calling their differing inputs an algorithm gain. Source: docs/reports/2026-10-14-priority-hyperparameter-analysis-three-datasets.docx.</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best measured setting on the original forecast is C57, half steps plus forty-two days. It retains eighteen aircraft and improves smoothness by one point four two percent against the default. Moderate and wide stagger both favour C30, the wide dense ladder. They retain nineteen and twenty aircraft respectively, with smoothness improvements of three point one and four point eight five percent. All listed winners naturally exhausted their improving neighbourhoods. The previous half-step setting reaches only nineteen aircraft on wide stagger, while the default reaches twenty, so it cannot be adopted universally. Serial timings are local-machine medians, and repeated deterministic endpoints agree. Source: the three-forecast report dated 14 October 2026 and .scratch/priority-hyperparameter-analysis/three-dataset-summary.json.</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C30 is the shared recommendation among naturally converged configurations that retain each dataset's best measured worst day. Its shift levels range from plus or minus fifty-six down to plus or minus one day, and it retains first-level priority selection. A four-hundred-iteration cap covers the observed convergence counts with room to confirm no further improvement. On the original input, C30 has only zero point five six percent worse smoothness than the dataset winner. C57 is appropriate when that final original-input smoothness improvement matters. The frozen default stays the reference baseline, and future comparisons should challenge the tuned baseline on each input with matched dates and opening states. Source: three-forecast report, shared-settings recommendations.</a:t>
            </a:r>
            <a:endParaRPr/>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original forecast has a useful bound on the primary objective. A D check lasts one hundred and twenty-six days and has a seventy-day early allowance, so each first D check must cover a fixed fifty-six-day interval beginning at its due date. Six of those mandatory intervals overlap in the original fleet. With twenty-four aircraft, no legal schedule can exceed eighteen available aircraft on every day. Our result reaches that bound. For the two stagger inputs, the corresponding upper bound is twenty-one, while the measured results reach nineteen and twenty. Those gaps remain unresolved. These bounds do not prove globally optimal smoothness. Source: the three-forecast report, limits of the evidence section.</a:t>
            </a:r>
            <a:endParaRPr/>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The final recommendation is to retain the priority hill-climb. Iteration 1 delivered the major practical improvement: raising original worst-day availability from fifteen to eighteen and reducing search cost. Iteration 2 showed that basin-hopping's small smoothness gain did not justify its runtime in the decision benchmark. The completed three-forecast study now supports C30 as the shared tuning choice, with C57 as the original-input option. The method, input opening state, and scoring window need to stay explicit in future comparisons. The remaining work is broader validation on new fleets and investigation of the unresolved stagger-input gaps. That completes the project journey, and I am happy to take questions.</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References for the historical motivation and method review are retained here. Internal evidence for the completed work is the 12 October 2026 technical report, the 14 October 2026 three-forecast hyperparameter report, .scratch/iteration-2/study-results.json, and the frozen study records. Detailed diagrams and historical plots follow as backup material.</a:t>
            </a:r>
            <a:endParaRPr lang="en-AU"/>
          </a:p>
        </p:txBody>
      </p:sp>
      <p:sp>
        <p:nvSpPr>
          <p:cNvPr id="4" name="Slide Number Placeholder 3"/>
          <p:cNvSpPr>
            <a:spLocks noGrp="1"/>
          </p:cNvSpPr>
          <p:nvPr>
            <p:ph type="sldNum" sz="quarter" idx="5"/>
          </p:nvPr>
        </p:nvSpPr>
        <p:spPr/>
        <p:txBody>
          <a:bodyPr/>
          <a:lstStyle/>
          <a:p>
            <a:fld id="{81A084F6-DEB1-46CA-8A6A-74785726ECE7}" type="slidenum">
              <a:rPr lang="en-AU" smtClean="0"/>
              <a:t>20</a:t>
            </a:fld>
            <a:endParaRPr lang="en-AU"/>
          </a:p>
        </p:txBody>
      </p:sp>
    </p:spTree>
    <p:extLst>
      <p:ext uri="{BB962C8B-B14F-4D97-AF65-F5344CB8AC3E}">
        <p14:creationId xmlns:p14="http://schemas.microsoft.com/office/powerpoint/2010/main" val="2613410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22E8C-64BE-4DD3-5F27-DA27B3D0B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07124-BE03-37E4-0D10-B2DB4625FFB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5052DF3-2D5E-8272-88B1-31CAEEDB2326}"/>
              </a:ext>
            </a:extLst>
          </p:cNvPr>
          <p:cNvSpPr>
            <a:spLocks noGrp="1"/>
          </p:cNvSpPr>
          <p:nvPr>
            <p:ph type="body" idx="1"/>
          </p:nvPr>
        </p:nvSpPr>
        <p:spPr/>
        <p:txBody>
          <a:bodyPr/>
          <a:lstStyle/>
          <a:p>
            <a:r>
              <a:rPr lang="en-US"/>
              <a:t>Backup input description for the ten-aircraft proof of concept. Each aircraft has eight sixty-day checks. The source model constrains intervals to 320–380 days. The starting plan has major overlaps. The optimisation target is at least eight available aircraft, equivalent to no more than two offline. Source: Iteration 1.pptx.</a:t>
            </a:r>
            <a:endParaRPr lang="en-US" dirty="0"/>
          </a:p>
        </p:txBody>
      </p:sp>
      <p:sp>
        <p:nvSpPr>
          <p:cNvPr id="4" name="Slide Number Placeholder 3">
            <a:extLst>
              <a:ext uri="{FF2B5EF4-FFF2-40B4-BE49-F238E27FC236}">
                <a16:creationId xmlns:a16="http://schemas.microsoft.com/office/drawing/2014/main" id="{AF6EECAF-192A-6798-9F62-1296C944EAA8}"/>
              </a:ext>
            </a:extLst>
          </p:cNvPr>
          <p:cNvSpPr>
            <a:spLocks noGrp="1"/>
          </p:cNvSpPr>
          <p:nvPr>
            <p:ph type="sldNum" sz="quarter" idx="5"/>
          </p:nvPr>
        </p:nvSpPr>
        <p:spPr/>
        <p:txBody>
          <a:bodyPr/>
          <a:lstStyle/>
          <a:p>
            <a:fld id="{81A084F6-DEB1-46CA-8A6A-74785726ECE7}" type="slidenum">
              <a:rPr lang="en-AU" smtClean="0"/>
              <a:t>21</a:t>
            </a:fld>
            <a:endParaRPr lang="en-AU"/>
          </a:p>
        </p:txBody>
      </p:sp>
    </p:spTree>
    <p:extLst>
      <p:ext uri="{BB962C8B-B14F-4D97-AF65-F5344CB8AC3E}">
        <p14:creationId xmlns:p14="http://schemas.microsoft.com/office/powerpoint/2010/main" val="18998236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34573-8912-13B1-45A0-60D5537CF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FFDE2-3DAA-F09B-1411-CAB7AFDF6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F6D9C9-7D2A-0148-BDA5-A0E1F4ECC718}"/>
              </a:ext>
            </a:extLst>
          </p:cNvPr>
          <p:cNvSpPr>
            <a:spLocks noGrp="1"/>
          </p:cNvSpPr>
          <p:nvPr>
            <p:ph type="body" idx="1"/>
          </p:nvPr>
        </p:nvSpPr>
        <p:spPr/>
        <p:txBody>
          <a:bodyPr/>
          <a:lstStyle/>
          <a:p>
            <a:r>
              <a:rPr lang="en-US"/>
              <a:t>Backup historical plot from the Iteration 1 presentation. The displayed original and optimised scores belong to this historical run and its horizon. Do not combine its standard deviation or mean with the newer matched-window hyperparameter scores. The plot illustrates how timing changes remove the deepest maintenance dip. Source: Iteration 1.pptx.</a:t>
            </a:r>
            <a:endParaRPr lang="en-US" dirty="0"/>
          </a:p>
        </p:txBody>
      </p:sp>
      <p:sp>
        <p:nvSpPr>
          <p:cNvPr id="4" name="Slide Number Placeholder 3">
            <a:extLst>
              <a:ext uri="{FF2B5EF4-FFF2-40B4-BE49-F238E27FC236}">
                <a16:creationId xmlns:a16="http://schemas.microsoft.com/office/drawing/2014/main" id="{12BF1379-8678-C3EB-6EDE-19A8BCB946C2}"/>
              </a:ext>
            </a:extLst>
          </p:cNvPr>
          <p:cNvSpPr>
            <a:spLocks noGrp="1"/>
          </p:cNvSpPr>
          <p:nvPr>
            <p:ph type="sldNum" sz="quarter" idx="5"/>
          </p:nvPr>
        </p:nvSpPr>
        <p:spPr/>
        <p:txBody>
          <a:bodyPr/>
          <a:lstStyle/>
          <a:p>
            <a:fld id="{81A084F6-DEB1-46CA-8A6A-74785726ECE7}" type="slidenum">
              <a:rPr lang="en-AU" smtClean="0"/>
              <a:t>22</a:t>
            </a:fld>
            <a:endParaRPr lang="en-AU"/>
          </a:p>
        </p:txBody>
      </p:sp>
    </p:spTree>
    <p:extLst>
      <p:ext uri="{BB962C8B-B14F-4D97-AF65-F5344CB8AC3E}">
        <p14:creationId xmlns:p14="http://schemas.microsoft.com/office/powerpoint/2010/main" val="2947785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historical convergence trace. The plot shows standard deviation decreasing as improving moves accumulate, with larger shifts earlier and finer shifts later. It stops after the tested neighbourhoods find no improvement. This is local convergence, not proof of global smoothness optimality. These historical values are separate from the three-forecast study. Source: Iteration 1.pptx.</a:t>
            </a:r>
            <a:endParaRPr lang="en-AU"/>
          </a:p>
        </p:txBody>
      </p:sp>
      <p:sp>
        <p:nvSpPr>
          <p:cNvPr id="4" name="Slide Number Placeholder 3"/>
          <p:cNvSpPr>
            <a:spLocks noGrp="1"/>
          </p:cNvSpPr>
          <p:nvPr>
            <p:ph type="sldNum" sz="quarter" idx="5"/>
          </p:nvPr>
        </p:nvSpPr>
        <p:spPr/>
        <p:txBody>
          <a:bodyPr/>
          <a:lstStyle/>
          <a:p>
            <a:fld id="{81A084F6-DEB1-46CA-8A6A-74785726ECE7}" type="slidenum">
              <a:rPr lang="en-AU" smtClean="0"/>
              <a:t>23</a:t>
            </a:fld>
            <a:endParaRPr lang="en-AU"/>
          </a:p>
        </p:txBody>
      </p:sp>
    </p:spTree>
    <p:extLst>
      <p:ext uri="{BB962C8B-B14F-4D97-AF65-F5344CB8AC3E}">
        <p14:creationId xmlns:p14="http://schemas.microsoft.com/office/powerpoint/2010/main" val="33636958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AU"/>
          </a:p>
        </p:txBody>
      </p:sp>
      <p:sp>
        <p:nvSpPr>
          <p:cNvPr id="3" name="Notes Placeholder 2"/>
          <p:cNvSpPr>
            <a:spLocks noGrp="1"/>
          </p:cNvSpPr>
          <p:nvPr>
            <p:ph type="body" idx="1"/>
          </p:nvPr>
        </p:nvSpPr>
        <p:spPr>
          <a:xfrm>
            <a:off x="685800" y="4400550"/>
            <a:ext cx="5486400" cy="3600450"/>
          </a:xfrm>
          <a:prstGeom prst="rect">
            <a:avLst/>
          </a:prstGeom>
        </p:spPr>
        <p:txBody>
          <a:bodyPr/>
          <a:lstStyle/>
          <a:p>
            <a:r>
              <a:rPr lang="en-US"/>
              <a:t>Backup explanation of simulated annealing. Temperature allows temporary worsening to leave a local optimum, with fewer worse moves as the search cools. The returned schedule remains best-so-far. The final comparison uses basin-hopping with tabu polish rather than classic single-chain simulated annealing. Source: Iteration 2 Execution Plan.pptx and the completed technical report.</a:t>
            </a:r>
            <a:endParaRPr lang="en-AU" dirty="0"/>
          </a:p>
        </p:txBody>
      </p:sp>
    </p:spTree>
    <p:extLst>
      <p:ext uri="{BB962C8B-B14F-4D97-AF65-F5344CB8AC3E}">
        <p14:creationId xmlns:p14="http://schemas.microsoft.com/office/powerpoint/2010/main" val="31667479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Backup detailed priority-search flowchart. Moving one check triggers a rebuild of that aircraft's later checks using the maintenance sequence and due-reset rules. Availability is updated by removing its old intervals and adding its rebuilt intervals. Every retained endpoint must satisfy maintenance rules and non-overlap. The full fleet need not be deep-copied and recomputed for each proposal. Source: Iteration 1 Milestones.pptx slide 7.</a:t>
            </a:r>
            <a:endParaRPr lang="en-US"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19019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AC29-5489-7E59-EAC9-D647FB4842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2501C13-E0B2-D076-7CD7-A6AC33D134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BAABFF5-6218-2733-F7D7-DD43FF3EAF22}"/>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E33C09D1-4BB8-DFBC-BBAA-CF2404718D1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F124C5-CBB2-6745-3685-4BA6A7EDC064}"/>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959660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5595-0FC8-A071-C6A1-FD736E6572D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85C650A-169D-8AE2-1DCA-D4E4EDE6F5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B2D135-BC8E-4B1F-B311-615BDA2B09D9}"/>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288E205C-2CDA-B38C-FCDF-0583627C1F9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8BE7FF6-BD67-1FA2-6C13-761141E5CCDC}"/>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4032267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87FDA-BC2B-2887-C4A9-7B9ED04459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7202086-03F0-09BB-A77A-4FB4C29E2E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D266CE-BB85-0270-43B0-3C359B125F62}"/>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6C6BB362-5A23-5B68-BE51-F0911E4A9B2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2CC5297-93D0-8140-2ACD-F50F9574CA81}"/>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409545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9449-3E44-6EA6-776C-F7F459ED8A6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2D6B937-9F21-3E4E-4E61-D5AE3E5B66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C8022D0-26BA-67B5-621D-EBA2C13C86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2C5D2C76-6DCC-1274-1CD9-163BE5B5D151}"/>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6" name="Footer Placeholder 5">
            <a:extLst>
              <a:ext uri="{FF2B5EF4-FFF2-40B4-BE49-F238E27FC236}">
                <a16:creationId xmlns:a16="http://schemas.microsoft.com/office/drawing/2014/main" id="{8395CCA0-9807-AF6E-1257-31140E40EBA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E7ADBAA-34A0-299F-9CC8-4E887DC80D98}"/>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949874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D3C85-D656-7770-7F02-ABA0B758BA1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F586C69-4818-8D27-53B3-61459A9794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0F99EB-0DDC-F689-0CAD-3B8A4EF148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D655FA0-F4BF-294D-6C91-839EC185E5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432D8F-9E7C-BFCC-7506-42FAD0452A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3A9DA42-17EC-0526-9EAE-55968BE9C9C8}"/>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8" name="Footer Placeholder 7">
            <a:extLst>
              <a:ext uri="{FF2B5EF4-FFF2-40B4-BE49-F238E27FC236}">
                <a16:creationId xmlns:a16="http://schemas.microsoft.com/office/drawing/2014/main" id="{FFA22C3E-FF08-4F95-71B6-A3DFCB2B1F1E}"/>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9A8EF523-A7A4-5C96-A87E-62A9FFE82A77}"/>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206383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02C16-082C-1C2D-2E7F-5A6EAA6DED3E}"/>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B9E42EB-571E-35CA-2A3B-7512CBAD6A7F}"/>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4" name="Footer Placeholder 3">
            <a:extLst>
              <a:ext uri="{FF2B5EF4-FFF2-40B4-BE49-F238E27FC236}">
                <a16:creationId xmlns:a16="http://schemas.microsoft.com/office/drawing/2014/main" id="{A06FFC9C-6799-4836-1125-10115B307C9D}"/>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66A684E-FF97-AD89-A309-B4EF8132F303}"/>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579082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A33FB7-EB70-9CAB-3760-550ED1D9537A}"/>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3" name="Footer Placeholder 2">
            <a:extLst>
              <a:ext uri="{FF2B5EF4-FFF2-40B4-BE49-F238E27FC236}">
                <a16:creationId xmlns:a16="http://schemas.microsoft.com/office/drawing/2014/main" id="{39E3D347-9DE0-5C07-52C1-88314FBC982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B4943FF2-4A69-6A74-5C0D-F878E8C96541}"/>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3812506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A98DE-29C8-674F-C03A-256434246F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5E168ED-8F37-98B1-EF30-760C493A43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8F23C02-58C9-E86C-64B0-548C80A60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2717D8-E341-BB22-238E-E9AFE292D73C}"/>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6" name="Footer Placeholder 5">
            <a:extLst>
              <a:ext uri="{FF2B5EF4-FFF2-40B4-BE49-F238E27FC236}">
                <a16:creationId xmlns:a16="http://schemas.microsoft.com/office/drawing/2014/main" id="{649953E8-4735-72DA-6B79-6867005BBF9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7C09CD1-1C39-4510-CDA4-ED3EA9772694}"/>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719570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C23AD-791B-B7F3-A376-E608A61CDE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5BFF0F7-6039-9D71-D0F2-F020EB1BD4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AE11312-EB3B-5541-AF2E-8A5A7DB73A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F2DDDA-6916-3433-381F-F9E3D806F841}"/>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6" name="Footer Placeholder 5">
            <a:extLst>
              <a:ext uri="{FF2B5EF4-FFF2-40B4-BE49-F238E27FC236}">
                <a16:creationId xmlns:a16="http://schemas.microsoft.com/office/drawing/2014/main" id="{7561D945-48A8-8981-9F9B-8D606E9E1B9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B9CBBC1-F6AE-DF73-5D10-1AFE1FE8DB97}"/>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059685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948F-B5F0-6E1C-9D2F-FE655DBFF4C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98B8EDC-C405-DDDD-C07D-E4B1341816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654D829-7E7C-76B9-31E3-3CF6DB4EB570}"/>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B599E042-4052-64D4-92D5-404003C8F3C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556AAB2-7265-573F-5D26-153411B57CC5}"/>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197246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CFF2DB-AAD9-5CB0-E51B-B937F5D7F4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D8E478B-10DD-1473-2606-A5B3834623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553A97E-9A01-7B17-FE27-E352FCAA339F}"/>
              </a:ext>
            </a:extLst>
          </p:cNvPr>
          <p:cNvSpPr>
            <a:spLocks noGrp="1"/>
          </p:cNvSpPr>
          <p:nvPr>
            <p:ph type="dt" sz="half" idx="10"/>
          </p:nvPr>
        </p:nvSpPr>
        <p:spPr/>
        <p:txBody>
          <a:body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0B722961-B1D5-80C6-4DDD-DF3201DAF97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EDB7E82-8EF1-B9DA-9BFB-DF20717AFEC9}"/>
              </a:ext>
            </a:extLst>
          </p:cNvPr>
          <p:cNvSpPr>
            <a:spLocks noGrp="1"/>
          </p:cNvSpPr>
          <p:nvPr>
            <p:ph type="sldNum" sz="quarter" idx="12"/>
          </p:nvPr>
        </p:nvSpPr>
        <p:spPr/>
        <p:txBody>
          <a:bodyPr/>
          <a:lstStyle/>
          <a:p>
            <a:fld id="{666143E0-65BA-4AF4-B9F5-3A622158391E}" type="slidenum">
              <a:rPr lang="en-AU" smtClean="0"/>
              <a:t>‹#›</a:t>
            </a:fld>
            <a:endParaRPr lang="en-AU"/>
          </a:p>
        </p:txBody>
      </p:sp>
    </p:spTree>
    <p:extLst>
      <p:ext uri="{BB962C8B-B14F-4D97-AF65-F5344CB8AC3E}">
        <p14:creationId xmlns:p14="http://schemas.microsoft.com/office/powerpoint/2010/main" val="245953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E53780-02F0-855E-B11C-90780D5466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D8840E0-0AF6-2A1F-24E0-8970A6C9BD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175E01E-A400-C215-C4C4-272CCB5FE9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7A5D4D-6049-4B4A-AC9A-1E104DF16849}" type="datetimeFigureOut">
              <a:rPr lang="en-AU" smtClean="0"/>
              <a:t>14/10/2026</a:t>
            </a:fld>
            <a:endParaRPr lang="en-AU"/>
          </a:p>
        </p:txBody>
      </p:sp>
      <p:sp>
        <p:nvSpPr>
          <p:cNvPr id="5" name="Footer Placeholder 4">
            <a:extLst>
              <a:ext uri="{FF2B5EF4-FFF2-40B4-BE49-F238E27FC236}">
                <a16:creationId xmlns:a16="http://schemas.microsoft.com/office/drawing/2014/main" id="{1E5BA32E-F332-6240-29D9-F2CB902BAF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8ACC8AC-8647-5973-91D8-83A301967F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6143E0-65BA-4AF4-B9F5-3A622158391E}" type="slidenum">
              <a:rPr lang="en-AU" smtClean="0"/>
              <a:t>‹#›</a:t>
            </a:fld>
            <a:endParaRPr lang="en-AU"/>
          </a:p>
        </p:txBody>
      </p:sp>
    </p:spTree>
    <p:extLst>
      <p:ext uri="{BB962C8B-B14F-4D97-AF65-F5344CB8AC3E}">
        <p14:creationId xmlns:p14="http://schemas.microsoft.com/office/powerpoint/2010/main" val="826857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B536-CD70-9DE5-CFC2-48C7671739CA}"/>
              </a:ext>
            </a:extLst>
          </p:cNvPr>
          <p:cNvSpPr>
            <a:spLocks noGrp="1"/>
          </p:cNvSpPr>
          <p:nvPr>
            <p:ph type="ctrTitle"/>
          </p:nvPr>
        </p:nvSpPr>
        <p:spPr/>
        <p:txBody>
          <a:bodyPr/>
          <a:lstStyle/>
          <a:p>
            <a:endParaRPr lang="en-AU" noProof="0" dirty="0"/>
          </a:p>
        </p:txBody>
      </p:sp>
      <p:sp>
        <p:nvSpPr>
          <p:cNvPr id="3" name="Subtitle 2">
            <a:extLst>
              <a:ext uri="{FF2B5EF4-FFF2-40B4-BE49-F238E27FC236}">
                <a16:creationId xmlns:a16="http://schemas.microsoft.com/office/drawing/2014/main" id="{2ED935A8-37BF-57C3-A747-1FF6693A07D8}"/>
              </a:ext>
            </a:extLst>
          </p:cNvPr>
          <p:cNvSpPr>
            <a:spLocks noGrp="1"/>
          </p:cNvSpPr>
          <p:nvPr>
            <p:ph type="subTitle" idx="1"/>
          </p:nvPr>
        </p:nvSpPr>
        <p:spPr/>
        <p:txBody>
          <a:bodyPr/>
          <a:lstStyle/>
          <a:p>
            <a:endParaRPr lang="en-AU" noProof="0" dirty="0"/>
          </a:p>
        </p:txBody>
      </p:sp>
      <p:sp>
        <p:nvSpPr>
          <p:cNvPr id="6" name="Rectangle 5">
            <a:extLst>
              <a:ext uri="{FF2B5EF4-FFF2-40B4-BE49-F238E27FC236}">
                <a16:creationId xmlns:a16="http://schemas.microsoft.com/office/drawing/2014/main" id="{D78B6FCE-F346-304F-AA40-EB8F60801D40}"/>
              </a:ext>
            </a:extLst>
          </p:cNvPr>
          <p:cNvSpPr/>
          <p:nvPr/>
        </p:nvSpPr>
        <p:spPr>
          <a:xfrm>
            <a:off x="319872" y="291353"/>
            <a:ext cx="11552256" cy="62752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pic>
        <p:nvPicPr>
          <p:cNvPr id="7" name="Picture 6">
            <a:extLst>
              <a:ext uri="{FF2B5EF4-FFF2-40B4-BE49-F238E27FC236}">
                <a16:creationId xmlns:a16="http://schemas.microsoft.com/office/drawing/2014/main" id="{D47208DD-28BB-3FF1-9FBB-E8C3FAEBA2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164" y="5838783"/>
            <a:ext cx="2003282" cy="443724"/>
          </a:xfrm>
          <a:prstGeom prst="rect">
            <a:avLst/>
          </a:prstGeom>
        </p:spPr>
      </p:pic>
      <p:pic>
        <p:nvPicPr>
          <p:cNvPr id="8" name="Picture 7">
            <a:extLst>
              <a:ext uri="{FF2B5EF4-FFF2-40B4-BE49-F238E27FC236}">
                <a16:creationId xmlns:a16="http://schemas.microsoft.com/office/drawing/2014/main" id="{918BAAE8-9568-E670-3D2B-09E0493A65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17370" y="426737"/>
            <a:ext cx="717140" cy="717140"/>
          </a:xfrm>
          <a:prstGeom prst="rect">
            <a:avLst/>
          </a:prstGeom>
        </p:spPr>
      </p:pic>
      <p:sp>
        <p:nvSpPr>
          <p:cNvPr id="9" name="TextBox 8">
            <a:extLst>
              <a:ext uri="{FF2B5EF4-FFF2-40B4-BE49-F238E27FC236}">
                <a16:creationId xmlns:a16="http://schemas.microsoft.com/office/drawing/2014/main" id="{B6F76717-FBF4-D43F-202F-9235C7C3C349}"/>
              </a:ext>
            </a:extLst>
          </p:cNvPr>
          <p:cNvSpPr txBox="1"/>
          <p:nvPr/>
        </p:nvSpPr>
        <p:spPr>
          <a:xfrm>
            <a:off x="457490" y="761999"/>
            <a:ext cx="9760880" cy="4889500"/>
          </a:xfrm>
          <a:prstGeom prst="rect">
            <a:avLst/>
          </a:prstGeom>
          <a:noFill/>
        </p:spPr>
        <p:txBody>
          <a:bodyPr wrap="square" rtlCol="0">
            <a:noAutofit/>
          </a:bodyPr>
          <a:lstStyle/>
          <a:p>
            <a:r>
              <a:rPr lang="en-US" sz="3200" b="1" dirty="0">
                <a:solidFill>
                  <a:schemeClr val="bg1"/>
                </a:solidFill>
              </a:rPr>
              <a:t>Scheduling Algorithm Research:</a:t>
            </a:r>
          </a:p>
          <a:p>
            <a:r>
              <a:rPr lang="en-US" sz="4400" b="1" dirty="0">
                <a:solidFill>
                  <a:schemeClr val="bg1"/>
                </a:solidFill>
              </a:rPr>
              <a:t>Fleet maintenance optimisation</a:t>
            </a:r>
          </a:p>
          <a:p>
            <a:endParaRPr lang="en-US" sz="3200" b="1" dirty="0">
              <a:solidFill>
                <a:schemeClr val="bg1"/>
              </a:solidFill>
            </a:endParaRPr>
          </a:p>
          <a:p>
            <a:endParaRPr lang="en-US" sz="3200" b="1" dirty="0">
              <a:solidFill>
                <a:schemeClr val="bg1"/>
              </a:solidFill>
            </a:endParaRPr>
          </a:p>
          <a:p>
            <a:endParaRPr lang="en-US" sz="3200" b="1" dirty="0">
              <a:solidFill>
                <a:schemeClr val="bg1"/>
              </a:solidFill>
            </a:endParaRPr>
          </a:p>
          <a:p>
            <a:r>
              <a:rPr lang="en-US" sz="3200" b="1" dirty="0">
                <a:solidFill>
                  <a:schemeClr val="bg1"/>
                </a:solidFill>
              </a:rPr>
              <a:t>Data7902 Capstone Project</a:t>
            </a:r>
          </a:p>
          <a:p>
            <a:endParaRPr lang="en-US" sz="3200" b="1" dirty="0">
              <a:solidFill>
                <a:schemeClr val="bg1"/>
              </a:solidFill>
            </a:endParaRPr>
          </a:p>
          <a:p>
            <a:r>
              <a:rPr lang="en-US" sz="2400" b="1" dirty="0">
                <a:solidFill>
                  <a:schemeClr val="bg1"/>
                </a:solidFill>
              </a:rPr>
              <a:t>Presenter: David Long</a:t>
            </a:r>
            <a:endParaRPr lang="en-AU" sz="2400" b="1" noProof="0" dirty="0">
              <a:solidFill>
                <a:schemeClr val="bg1"/>
              </a:solidFill>
            </a:endParaRPr>
          </a:p>
        </p:txBody>
      </p:sp>
      <p:pic>
        <p:nvPicPr>
          <p:cNvPr id="10" name="Picture 9">
            <a:extLst>
              <a:ext uri="{FF2B5EF4-FFF2-40B4-BE49-F238E27FC236}">
                <a16:creationId xmlns:a16="http://schemas.microsoft.com/office/drawing/2014/main" id="{76A11E68-1434-FB0F-7BF1-51BB9BD25F77}"/>
              </a:ext>
            </a:extLst>
          </p:cNvPr>
          <p:cNvPicPr>
            <a:picLocks noChangeAspect="1"/>
          </p:cNvPicPr>
          <p:nvPr/>
        </p:nvPicPr>
        <p:blipFill>
          <a:blip r:embed="rId5"/>
          <a:stretch>
            <a:fillRect/>
          </a:stretch>
        </p:blipFill>
        <p:spPr>
          <a:xfrm>
            <a:off x="2792837" y="2760759"/>
            <a:ext cx="3395766" cy="1109568"/>
          </a:xfrm>
          <a:prstGeom prst="rect">
            <a:avLst/>
          </a:prstGeom>
        </p:spPr>
      </p:pic>
    </p:spTree>
    <p:extLst>
      <p:ext uri="{BB962C8B-B14F-4D97-AF65-F5344CB8AC3E}">
        <p14:creationId xmlns:p14="http://schemas.microsoft.com/office/powerpoint/2010/main" val="3230234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5AD5A-A999-31AC-C7EE-FD3C41CC11C2}"/>
              </a:ext>
            </a:extLst>
          </p:cNvPr>
          <p:cNvSpPr>
            <a:spLocks noGrp="1"/>
          </p:cNvSpPr>
          <p:nvPr>
            <p:ph type="title"/>
          </p:nvPr>
        </p:nvSpPr>
        <p:spPr>
          <a:xfrm>
            <a:off x="553459" y="330739"/>
            <a:ext cx="4646904" cy="1624520"/>
          </a:xfrm>
        </p:spPr>
        <p:txBody>
          <a:bodyPr anchor="ctr">
            <a:noAutofit/>
          </a:bodyPr>
          <a:lstStyle/>
          <a:p>
            <a:r>
              <a:rPr lang="en-US" sz="4000" b="1"/>
              <a:t>The scheduling problem</a:t>
            </a:r>
            <a:endParaRPr lang="en-AU" sz="4000" dirty="0"/>
          </a:p>
        </p:txBody>
      </p:sp>
      <p:sp>
        <p:nvSpPr>
          <p:cNvPr id="3" name="Content Placeholder 2">
            <a:extLst>
              <a:ext uri="{FF2B5EF4-FFF2-40B4-BE49-F238E27FC236}">
                <a16:creationId xmlns:a16="http://schemas.microsoft.com/office/drawing/2014/main" id="{DE578AE2-AAF2-7D4A-3EC2-6D7583687400}"/>
              </a:ext>
            </a:extLst>
          </p:cNvPr>
          <p:cNvSpPr>
            <a:spLocks noGrp="1"/>
          </p:cNvSpPr>
          <p:nvPr>
            <p:ph idx="1"/>
          </p:nvPr>
        </p:nvSpPr>
        <p:spPr>
          <a:xfrm>
            <a:off x="437710" y="2311400"/>
            <a:ext cx="5291757" cy="3937000"/>
          </a:xfrm>
        </p:spPr>
        <p:txBody>
          <a:bodyPr anchor="ctr">
            <a:noAutofit/>
          </a:bodyPr>
          <a:lstStyle/>
          <a:p>
            <a:pPr marL="0" indent="0">
              <a:spcAft>
                <a:spcPts val="1500"/>
              </a:spcAft>
              <a:buNone/>
            </a:pPr>
            <a:r>
              <a:rPr lang="en-US" sz="2300">
                <a:latin typeface="Arial" panose="020B0604020202020204" pitchFamily="34" charset="0"/>
                <a:cs typeface="Arial" panose="020B0604020202020204" pitchFamily="34" charset="0"/>
              </a:rPr>
              <a:t>Concurrent maintenance creates dips in fleet availability.</a:t>
            </a:r>
          </a:p>
          <a:p>
            <a:pPr marL="0" indent="0">
              <a:spcAft>
                <a:spcPts val="1500"/>
              </a:spcAft>
              <a:buNone/>
            </a:pPr>
            <a:r>
              <a:rPr lang="en-US" sz="2300">
                <a:latin typeface="Arial" panose="020B0604020202020204" pitchFamily="34" charset="0"/>
                <a:cs typeface="Arial" panose="020B0604020202020204" pitchFamily="34" charset="0"/>
              </a:rPr>
              <a:t>Retiming checks must preserve start windows and maintenance rules.</a:t>
            </a:r>
          </a:p>
          <a:p>
            <a:pPr marL="0" indent="0">
              <a:spcAft>
                <a:spcPts val="1500"/>
              </a:spcAft>
              <a:buNone/>
            </a:pPr>
            <a:r>
              <a:rPr lang="en-US" sz="2300">
                <a:latin typeface="Arial" panose="020B0604020202020204" pitchFamily="34" charset="0"/>
                <a:cs typeface="Arial" panose="020B0604020202020204" pitchFamily="34" charset="0"/>
              </a:rPr>
              <a:t>First: maximise worst-day availability.</a:t>
            </a:r>
          </a:p>
          <a:p>
            <a:pPr marL="0" indent="0">
              <a:spcAft>
                <a:spcPts val="1500"/>
              </a:spcAft>
              <a:buNone/>
            </a:pPr>
            <a:r>
              <a:rPr lang="en-US" sz="2300">
                <a:latin typeface="Arial" panose="020B0604020202020204" pitchFamily="34" charset="0"/>
                <a:cs typeface="Arial" panose="020B0604020202020204" pitchFamily="34" charset="0"/>
              </a:rPr>
              <a:t>Then: reduce standard deviation.</a:t>
            </a:r>
          </a:p>
          <a:p>
            <a:pPr marL="0" indent="0">
              <a:spcAft>
                <a:spcPts val="1500"/>
              </a:spcAft>
              <a:buNone/>
            </a:pPr>
            <a:r>
              <a:rPr lang="en-US" sz="2300">
                <a:latin typeface="Arial" panose="020B0604020202020204" pitchFamily="34" charset="0"/>
                <a:cs typeface="Arial" panose="020B0604020202020204" pitchFamily="34" charset="0"/>
              </a:rPr>
              <a:t>Finally: improve mean availability.</a:t>
            </a:r>
            <a:endParaRPr lang="en-AU" sz="2300" dirty="0">
              <a:latin typeface="Arial" panose="020B0604020202020204" pitchFamily="34" charset="0"/>
              <a:cs typeface="Arial" panose="020B0604020202020204" pitchFamily="34" charset="0"/>
            </a:endParaRPr>
          </a:p>
        </p:txBody>
      </p:sp>
      <p:pic>
        <p:nvPicPr>
          <p:cNvPr id="29" name="Picture 28" descr="Airplanes on a road">
            <a:extLst>
              <a:ext uri="{FF2B5EF4-FFF2-40B4-BE49-F238E27FC236}">
                <a16:creationId xmlns:a16="http://schemas.microsoft.com/office/drawing/2014/main" id="{3F3F97C4-1E4E-D0DA-2013-1C72D5700FB5}"/>
              </a:ext>
            </a:extLst>
          </p:cNvPr>
          <p:cNvPicPr>
            <a:picLocks noChangeAspect="1"/>
          </p:cNvPicPr>
          <p:nvPr/>
        </p:nvPicPr>
        <p:blipFill>
          <a:blip r:embed="rId3"/>
          <a:srcRect l="23740" r="17305" b="-1"/>
          <a:stretch>
            <a:fillRect/>
          </a:stretch>
        </p:blipFill>
        <p:spPr>
          <a:xfrm>
            <a:off x="6096000" y="1"/>
            <a:ext cx="6102825" cy="6858000"/>
          </a:xfrm>
          <a:prstGeom prst="rect">
            <a:avLst/>
          </a:prstGeom>
        </p:spPr>
      </p:pic>
    </p:spTree>
    <p:extLst>
      <p:ext uri="{BB962C8B-B14F-4D97-AF65-F5344CB8AC3E}">
        <p14:creationId xmlns:p14="http://schemas.microsoft.com/office/powerpoint/2010/main" val="3285733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F29D2-68F3-0A4A-23D3-3B9151B37B0B}"/>
              </a:ext>
            </a:extLst>
          </p:cNvPr>
          <p:cNvSpPr>
            <a:spLocks noGrp="1"/>
          </p:cNvSpPr>
          <p:nvPr>
            <p:ph type="title"/>
          </p:nvPr>
        </p:nvSpPr>
        <p:spPr/>
        <p:txBody>
          <a:bodyPr>
            <a:noAutofit/>
          </a:bodyPr>
          <a:lstStyle/>
          <a:p>
            <a:r>
              <a:rPr lang="en-AU"/>
              <a:t>The project journey</a:t>
            </a:r>
            <a:endParaRPr lang="en-AU" dirty="0"/>
          </a:p>
        </p:txBody>
      </p:sp>
      <p:sp>
        <p:nvSpPr>
          <p:cNvPr id="3" name="Content Placeholder 2">
            <a:extLst>
              <a:ext uri="{FF2B5EF4-FFF2-40B4-BE49-F238E27FC236}">
                <a16:creationId xmlns:a16="http://schemas.microsoft.com/office/drawing/2014/main" id="{AFA5A31B-B3BC-96F9-681C-5F5EFC6B7051}"/>
              </a:ext>
            </a:extLst>
          </p:cNvPr>
          <p:cNvSpPr>
            <a:spLocks noGrp="1"/>
          </p:cNvSpPr>
          <p:nvPr>
            <p:ph idx="1"/>
          </p:nvPr>
        </p:nvSpPr>
        <p:spPr/>
        <p:txBody>
          <a:bodyPr>
            <a:noAutofit/>
          </a:bodyPr>
          <a:lstStyle/>
          <a:p>
            <a:pPr marL="0" indent="0">
              <a:spcAft>
                <a:spcPts val="1000"/>
              </a:spcAft>
              <a:buNone/>
            </a:pPr>
            <a:r>
              <a:rPr lang="en-US" sz="2600"/>
              <a:t>Iteration 1: establish the objective on a simple fleet</a:t>
            </a:r>
          </a:p>
          <a:p>
            <a:pPr marL="0" indent="0">
              <a:spcAft>
                <a:spcPts val="1000"/>
              </a:spcAft>
              <a:buNone/>
            </a:pPr>
            <a:r>
              <a:rPr lang="en-US" sz="2600"/>
              <a:t>Scale to a heavy maintenance forecast</a:t>
            </a:r>
          </a:p>
          <a:p>
            <a:pPr marL="0" indent="0">
              <a:spcAft>
                <a:spcPts val="1000"/>
              </a:spcAft>
              <a:buNone/>
            </a:pPr>
            <a:r>
              <a:rPr lang="en-US" sz="2600"/>
              <a:t>Replace exhaustive and random search with priority selection</a:t>
            </a:r>
          </a:p>
          <a:p>
            <a:pPr marL="0" indent="0">
              <a:spcAft>
                <a:spcPts val="1000"/>
              </a:spcAft>
              <a:buNone/>
            </a:pPr>
            <a:r>
              <a:rPr lang="en-US" sz="2600"/>
              <a:t>Iteration 2: test basin-hopping with tabu polish</a:t>
            </a:r>
          </a:p>
          <a:p>
            <a:pPr marL="0" indent="0">
              <a:spcAft>
                <a:spcPts val="1000"/>
              </a:spcAft>
              <a:buNone/>
            </a:pPr>
            <a:r>
              <a:rPr lang="en-US" sz="2600"/>
              <a:t>Measure the effect of starting schedules</a:t>
            </a:r>
          </a:p>
          <a:p>
            <a:pPr marL="0" indent="0">
              <a:spcAft>
                <a:spcPts val="1000"/>
              </a:spcAft>
              <a:buNone/>
            </a:pPr>
            <a:r>
              <a:rPr lang="en-US" sz="2600"/>
              <a:t>Tune settings across three forecasts</a:t>
            </a:r>
          </a:p>
          <a:p>
            <a:pPr marL="0" indent="0">
              <a:spcAft>
                <a:spcPts val="1000"/>
              </a:spcAft>
              <a:buNone/>
            </a:pPr>
            <a:r>
              <a:rPr lang="en-US" sz="2600"/>
              <a:t>Select the method and settings to take forward</a:t>
            </a:r>
            <a:endParaRPr lang="en-AU" sz="2600" dirty="0"/>
          </a:p>
        </p:txBody>
      </p:sp>
    </p:spTree>
    <p:extLst>
      <p:ext uri="{BB962C8B-B14F-4D97-AF65-F5344CB8AC3E}">
        <p14:creationId xmlns:p14="http://schemas.microsoft.com/office/powerpoint/2010/main" val="137853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0F1B5D-6607-B3F3-80DB-2DF2490C44FA}"/>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D78A0E-4412-E1D8-63D2-94FC3D4AD198}"/>
              </a:ext>
            </a:extLst>
          </p:cNvPr>
          <p:cNvSpPr>
            <a:spLocks noGrp="1"/>
          </p:cNvSpPr>
          <p:nvPr>
            <p:ph type="title"/>
          </p:nvPr>
        </p:nvSpPr>
        <p:spPr>
          <a:xfrm>
            <a:off x="457200" y="393700"/>
            <a:ext cx="11277600" cy="571500"/>
          </a:xfrm>
        </p:spPr>
        <p:txBody>
          <a:bodyPr vert="horz" lIns="91440" tIns="45720" rIns="91440" bIns="45720" rtlCol="0" anchor="ctr">
            <a:noAutofit/>
          </a:bodyPr>
          <a:lstStyle/>
          <a:p>
            <a:r>
              <a:rPr lang="en-US" sz="3200" noProof="0"/>
              <a:t>Simple fleet proof of concept</a:t>
            </a:r>
            <a:endParaRPr lang="en-US" sz="3200" noProof="0" dirty="0"/>
          </a:p>
        </p:txBody>
      </p:sp>
      <p:sp>
        <p:nvSpPr>
          <p:cNvPr id="4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7BE707D9-B313-19D3-7B8A-ACCC04D0AB40}"/>
              </a:ext>
            </a:extLst>
          </p:cNvPr>
          <p:cNvPicPr>
            <a:picLocks noChangeAspect="1"/>
          </p:cNvPicPr>
          <p:nvPr/>
        </p:nvPicPr>
        <p:blipFill>
          <a:blip r:embed="rId3"/>
          <a:stretch>
            <a:fillRect/>
          </a:stretch>
        </p:blipFill>
        <p:spPr>
          <a:xfrm>
            <a:off x="278250" y="1541418"/>
            <a:ext cx="7503609" cy="4971142"/>
          </a:xfrm>
          <a:prstGeom prst="rect">
            <a:avLst/>
          </a:prstGeom>
        </p:spPr>
      </p:pic>
      <p:pic>
        <p:nvPicPr>
          <p:cNvPr id="7" name="Picture 6">
            <a:extLst>
              <a:ext uri="{FF2B5EF4-FFF2-40B4-BE49-F238E27FC236}">
                <a16:creationId xmlns:a16="http://schemas.microsoft.com/office/drawing/2014/main" id="{08F29261-A05C-A617-9507-997E370A4E6F}"/>
              </a:ext>
            </a:extLst>
          </p:cNvPr>
          <p:cNvPicPr>
            <a:picLocks noChangeAspect="1"/>
          </p:cNvPicPr>
          <p:nvPr/>
        </p:nvPicPr>
        <p:blipFill>
          <a:blip r:embed="rId4"/>
          <a:stretch>
            <a:fillRect/>
          </a:stretch>
        </p:blipFill>
        <p:spPr>
          <a:xfrm>
            <a:off x="7608912" y="2481080"/>
            <a:ext cx="4522391" cy="2385560"/>
          </a:xfrm>
          <a:prstGeom prst="rect">
            <a:avLst/>
          </a:prstGeom>
        </p:spPr>
      </p:pic>
      <p:sp>
        <p:nvSpPr>
          <p:cNvPr id="13" name="AutoShape 10" descr="Optimization algorithm workflow diagram">
            <a:extLst>
              <a:ext uri="{FF2B5EF4-FFF2-40B4-BE49-F238E27FC236}">
                <a16:creationId xmlns:a16="http://schemas.microsoft.com/office/drawing/2014/main" id="{21EBC921-E282-B19E-243B-300038ACDA8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noProof="0" dirty="0"/>
          </a:p>
        </p:txBody>
      </p:sp>
      <p:sp>
        <p:nvSpPr>
          <p:cNvPr id="3" name="Simple setup">
            <a:extLst>
              <a:ext uri="{FF2B5EF4-FFF2-40B4-BE49-F238E27FC236}">
                <a16:creationId xmlns:a16="http://schemas.microsoft.com/office/drawing/2014/main" id="{CCCAD1C2-1825-58A1-7ABB-CCDAB7AD881E}"/>
              </a:ext>
            </a:extLst>
          </p:cNvPr>
          <p:cNvSpPr txBox="1"/>
          <p:nvPr/>
        </p:nvSpPr>
        <p:spPr>
          <a:xfrm>
            <a:off x="609600" y="1130300"/>
            <a:ext cx="10922000" cy="246221"/>
          </a:xfrm>
          <a:prstGeom prst="rect">
            <a:avLst/>
          </a:prstGeom>
          <a:noFill/>
        </p:spPr>
        <p:txBody>
          <a:bodyPr vert="horz" lIns="0" tIns="0" rIns="0" bIns="0" rtlCol="0">
            <a:noAutofit/>
          </a:bodyPr>
          <a:lstStyle/>
          <a:p>
            <a:r>
              <a:rPr lang="en-US" sz="1600">
                <a:solidFill>
                  <a:srgbClr val="000000"/>
                </a:solidFill>
                <a:latin typeface="Calibri" panose="020F0502020204030204" pitchFamily="34" charset="0"/>
              </a:rPr>
              <a:t>10 aircraft, 80 checks. Keep the best feasible improvement at each iteration.</a:t>
            </a:r>
            <a:endParaRPr lang="en-AU" sz="1600">
              <a:solidFill>
                <a:srgbClr val="000000"/>
              </a:solidFill>
              <a:latin typeface="Calibri" panose="020F0502020204030204" pitchFamily="34" charset="0"/>
            </a:endParaRPr>
          </a:p>
        </p:txBody>
      </p:sp>
    </p:spTree>
    <p:extLst>
      <p:ext uri="{BB962C8B-B14F-4D97-AF65-F5344CB8AC3E}">
        <p14:creationId xmlns:p14="http://schemas.microsoft.com/office/powerpoint/2010/main" val="606155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E31BE-3F5B-89B5-E6DD-3C9C02762E56}"/>
              </a:ext>
            </a:extLst>
          </p:cNvPr>
          <p:cNvSpPr>
            <a:spLocks noGrp="1"/>
          </p:cNvSpPr>
          <p:nvPr>
            <p:ph type="title"/>
          </p:nvPr>
        </p:nvSpPr>
        <p:spPr>
          <a:xfrm>
            <a:off x="730761" y="0"/>
            <a:ext cx="10515600" cy="1325563"/>
          </a:xfrm>
        </p:spPr>
        <p:txBody>
          <a:bodyPr>
            <a:noAutofit/>
          </a:bodyPr>
          <a:lstStyle/>
          <a:p>
            <a:r>
              <a:rPr lang="en-AU" sz="3600" b="1" noProof="0"/>
              <a:t>The heavy maintenance forecast</a:t>
            </a:r>
            <a:endParaRPr lang="en-AU" sz="3600" b="1" noProof="0" dirty="0"/>
          </a:p>
        </p:txBody>
      </p:sp>
      <p:sp>
        <p:nvSpPr>
          <p:cNvPr id="4" name="Rectangle 1">
            <a:extLst>
              <a:ext uri="{FF2B5EF4-FFF2-40B4-BE49-F238E27FC236}">
                <a16:creationId xmlns:a16="http://schemas.microsoft.com/office/drawing/2014/main" id="{A0DADB02-035B-53CF-9962-E4276D021B31}"/>
              </a:ext>
            </a:extLst>
          </p:cNvPr>
          <p:cNvSpPr>
            <a:spLocks noGrp="1" noChangeArrowheads="1"/>
          </p:cNvSpPr>
          <p:nvPr>
            <p:ph idx="1"/>
          </p:nvPr>
        </p:nvSpPr>
        <p:spPr bwMode="auto">
          <a:xfrm>
            <a:off x="457200" y="1155699"/>
            <a:ext cx="5562600" cy="210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indent="0">
              <a:spcAft>
                <a:spcPts val="900"/>
              </a:spcAft>
              <a:buNone/>
            </a:pPr>
            <a:r>
              <a:rPr lang="en-US" sz="2100" b="1" noProof="0"/>
              <a:t>24 aircraft and 278 checks</a:t>
            </a:r>
          </a:p>
          <a:p>
            <a:pPr marL="0" indent="0">
              <a:spcAft>
                <a:spcPts val="900"/>
              </a:spcAft>
              <a:buNone/>
            </a:pPr>
            <a:r>
              <a:rPr lang="en-US" sz="2100" b="1" noProof="0"/>
              <a:t>A, B, C and D maintenance checks</a:t>
            </a:r>
          </a:p>
          <a:p>
            <a:pPr marL="0" indent="0">
              <a:spcAft>
                <a:spcPts val="900"/>
              </a:spcAft>
              <a:buNone/>
            </a:pPr>
            <a:r>
              <a:rPr lang="en-US" sz="2100" b="1" noProof="0"/>
              <a:t>Sequence: A B A C A B A D</a:t>
            </a:r>
          </a:p>
          <a:p>
            <a:pPr marL="0" indent="0">
              <a:spcAft>
                <a:spcPts val="900"/>
              </a:spcAft>
              <a:buNone/>
            </a:pPr>
            <a:r>
              <a:rPr lang="en-US" sz="2100" b="1" noProof="0"/>
              <a:t>12-year forecast</a:t>
            </a:r>
            <a:endParaRPr kumimoji="0" lang="en-AU" sz="2100" b="0" i="0" u="none" strike="noStrike" cap="none" normalizeH="0" baseline="0" noProof="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AC493D12-EF4B-1041-B45A-3C193DD7B6E8}"/>
              </a:ext>
            </a:extLst>
          </p:cNvPr>
          <p:cNvPicPr>
            <a:picLocks noChangeAspect="1"/>
          </p:cNvPicPr>
          <p:nvPr/>
        </p:nvPicPr>
        <p:blipFill>
          <a:blip r:embed="rId3"/>
          <a:stretch>
            <a:fillRect/>
          </a:stretch>
        </p:blipFill>
        <p:spPr>
          <a:xfrm>
            <a:off x="1941574" y="3429000"/>
            <a:ext cx="8093974" cy="3226254"/>
          </a:xfrm>
          <a:prstGeom prst="rect">
            <a:avLst/>
          </a:prstGeom>
        </p:spPr>
      </p:pic>
      <p:pic>
        <p:nvPicPr>
          <p:cNvPr id="8" name="Picture 7">
            <a:extLst>
              <a:ext uri="{FF2B5EF4-FFF2-40B4-BE49-F238E27FC236}">
                <a16:creationId xmlns:a16="http://schemas.microsoft.com/office/drawing/2014/main" id="{7B7BE054-2C77-EFC1-5B63-B0D88EF391BB}"/>
              </a:ext>
            </a:extLst>
          </p:cNvPr>
          <p:cNvPicPr>
            <a:picLocks noChangeAspect="1"/>
          </p:cNvPicPr>
          <p:nvPr/>
        </p:nvPicPr>
        <p:blipFill>
          <a:blip r:embed="rId4"/>
          <a:stretch>
            <a:fillRect/>
          </a:stretch>
        </p:blipFill>
        <p:spPr>
          <a:xfrm>
            <a:off x="6151685" y="1514282"/>
            <a:ext cx="5711499" cy="1523558"/>
          </a:xfrm>
          <a:prstGeom prst="rect">
            <a:avLst/>
          </a:prstGeom>
        </p:spPr>
      </p:pic>
    </p:spTree>
    <p:extLst>
      <p:ext uri="{BB962C8B-B14F-4D97-AF65-F5344CB8AC3E}">
        <p14:creationId xmlns:p14="http://schemas.microsoft.com/office/powerpoint/2010/main" val="1800012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472B5A-3216-1A11-5E04-044444A72CA0}"/>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367D4E3B-0388-2BED-5B01-DA2A6F1A8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 name="Title 1">
            <a:extLst>
              <a:ext uri="{FF2B5EF4-FFF2-40B4-BE49-F238E27FC236}">
                <a16:creationId xmlns:a16="http://schemas.microsoft.com/office/drawing/2014/main" id="{79974C51-8353-BD72-29D5-D47AC2ED92B4}"/>
              </a:ext>
            </a:extLst>
          </p:cNvPr>
          <p:cNvSpPr>
            <a:spLocks noGrp="1"/>
          </p:cNvSpPr>
          <p:nvPr>
            <p:ph type="title"/>
          </p:nvPr>
        </p:nvSpPr>
        <p:spPr>
          <a:xfrm>
            <a:off x="556532" y="643467"/>
            <a:ext cx="11210925" cy="744836"/>
          </a:xfrm>
        </p:spPr>
        <p:txBody>
          <a:bodyPr vert="horz" lIns="91440" tIns="45720" rIns="91440" bIns="45720" rtlCol="0" anchor="ctr">
            <a:noAutofit/>
          </a:bodyPr>
          <a:lstStyle/>
          <a:p>
            <a:pPr algn="ctr"/>
            <a:r>
              <a:rPr lang="en-AU" sz="3200" kern="1200" noProof="0">
                <a:solidFill>
                  <a:schemeClr val="bg1"/>
                </a:solidFill>
                <a:latin typeface="+mj-lt"/>
                <a:ea typeface="+mj-ea"/>
                <a:cs typeface="+mj-cs"/>
              </a:rPr>
              <a:t>Scaling the search</a:t>
            </a:r>
            <a:endParaRPr lang="en-AU" sz="3200" kern="1200" noProof="0" dirty="0">
              <a:solidFill>
                <a:schemeClr val="bg1"/>
              </a:solidFill>
              <a:latin typeface="+mj-lt"/>
              <a:ea typeface="+mj-ea"/>
              <a:cs typeface="+mj-cs"/>
            </a:endParaRPr>
          </a:p>
        </p:txBody>
      </p:sp>
      <p:pic>
        <p:nvPicPr>
          <p:cNvPr id="17" name="Picture 16">
            <a:extLst>
              <a:ext uri="{FF2B5EF4-FFF2-40B4-BE49-F238E27FC236}">
                <a16:creationId xmlns:a16="http://schemas.microsoft.com/office/drawing/2014/main" id="{4E3D4C6D-5699-C424-0613-87C1939BAC52}"/>
              </a:ext>
            </a:extLst>
          </p:cNvPr>
          <p:cNvPicPr>
            <a:picLocks noChangeAspect="1"/>
          </p:cNvPicPr>
          <p:nvPr/>
        </p:nvPicPr>
        <p:blipFill>
          <a:blip r:embed="rId3"/>
          <a:stretch>
            <a:fillRect/>
          </a:stretch>
        </p:blipFill>
        <p:spPr>
          <a:xfrm>
            <a:off x="4377690" y="1542844"/>
            <a:ext cx="7711332" cy="5108758"/>
          </a:xfrm>
          <a:prstGeom prst="rect">
            <a:avLst/>
          </a:prstGeom>
        </p:spPr>
      </p:pic>
      <p:sp>
        <p:nvSpPr>
          <p:cNvPr id="13" name="AutoShape 10" descr="Optimization algorithm workflow diagram">
            <a:extLst>
              <a:ext uri="{FF2B5EF4-FFF2-40B4-BE49-F238E27FC236}">
                <a16:creationId xmlns:a16="http://schemas.microsoft.com/office/drawing/2014/main" id="{1AE887EE-4832-D343-9523-0BD8C614F8E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noProof="0" dirty="0"/>
          </a:p>
        </p:txBody>
      </p:sp>
      <p:sp>
        <p:nvSpPr>
          <p:cNvPr id="3" name="Rectangle 1">
            <a:extLst>
              <a:ext uri="{FF2B5EF4-FFF2-40B4-BE49-F238E27FC236}">
                <a16:creationId xmlns:a16="http://schemas.microsoft.com/office/drawing/2014/main" id="{DE7B2555-8466-DE0B-896A-8C3D64BCFE6D}"/>
              </a:ext>
            </a:extLst>
          </p:cNvPr>
          <p:cNvSpPr>
            <a:spLocks noGrp="1" noChangeArrowheads="1"/>
          </p:cNvSpPr>
          <p:nvPr>
            <p:ph idx="1"/>
          </p:nvPr>
        </p:nvSpPr>
        <p:spPr bwMode="auto">
          <a:xfrm>
            <a:off x="291371" y="2496720"/>
            <a:ext cx="4326349" cy="412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indent="0">
              <a:spcAft>
                <a:spcPts val="1500"/>
              </a:spcAft>
              <a:buNone/>
            </a:pPr>
            <a:r>
              <a:rPr lang="en-US" sz="2100" noProof="0"/>
              <a:t>The heavy fleet creates over 1,000 neighbours per iteration.</a:t>
            </a:r>
          </a:p>
          <a:p>
            <a:pPr marL="0" indent="0">
              <a:spcAft>
                <a:spcPts val="1500"/>
              </a:spcAft>
              <a:buNone/>
            </a:pPr>
            <a:r>
              <a:rPr lang="en-US" sz="2100" noProof="0"/>
              <a:t>Full evaluation becomes too slow.</a:t>
            </a:r>
          </a:p>
          <a:p>
            <a:pPr marL="0" indent="0">
              <a:spcAft>
                <a:spcPts val="1500"/>
              </a:spcAft>
              <a:buNone/>
            </a:pPr>
            <a:r>
              <a:rPr lang="en-US" sz="2100" noProof="0"/>
              <a:t>Sampling 200 neighbours reduces work.</a:t>
            </a:r>
          </a:p>
          <a:p>
            <a:pPr marL="0" indent="0">
              <a:spcAft>
                <a:spcPts val="1500"/>
              </a:spcAft>
              <a:buNone/>
            </a:pPr>
            <a:r>
              <a:rPr lang="en-US" sz="2100" noProof="0"/>
              <a:t>Random selection can miss a useful move.</a:t>
            </a:r>
          </a:p>
          <a:p>
            <a:pPr marL="0" indent="0">
              <a:spcAft>
                <a:spcPts val="1500"/>
              </a:spcAft>
              <a:buNone/>
            </a:pPr>
            <a:r>
              <a:rPr lang="en-US" sz="2100" noProof="0"/>
              <a:t>Priority selection targets checks that cause the worst days.</a:t>
            </a:r>
            <a:endParaRPr kumimoji="0" lang="en-AU" sz="2100" b="0" i="0" u="none" strike="noStrike" cap="none" normalizeH="0" baseline="0" noProof="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1033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0972800" cy="274320"/>
          </a:xfrm>
          <a:prstGeom prst="rect">
            <a:avLst/>
          </a:prstGeom>
          <a:noFill/>
        </p:spPr>
        <p:txBody>
          <a:bodyPr wrap="square">
            <a:spAutoFit/>
          </a:bodyPr>
          <a:lstStyle/>
          <a:p>
            <a:pPr algn="l"/>
            <a:r>
              <a:rPr sz="1200" b="1">
                <a:solidFill>
                  <a:srgbClr val="000000"/>
                </a:solidFill>
                <a:latin typeface="Calibri"/>
              </a:rPr>
              <a:t>MILESTONE 4 · PRIORITY-BASED SELECTION</a:t>
            </a:r>
          </a:p>
        </p:txBody>
      </p:sp>
      <p:sp>
        <p:nvSpPr>
          <p:cNvPr id="5" name="TextBox 4"/>
          <p:cNvSpPr txBox="1"/>
          <p:nvPr/>
        </p:nvSpPr>
        <p:spPr>
          <a:xfrm>
            <a:off x="502920" y="502920"/>
            <a:ext cx="11155680" cy="640080"/>
          </a:xfrm>
          <a:prstGeom prst="rect">
            <a:avLst/>
          </a:prstGeom>
          <a:noFill/>
        </p:spPr>
        <p:txBody>
          <a:bodyPr wrap="square">
            <a:spAutoFit/>
          </a:bodyPr>
          <a:lstStyle/>
          <a:p>
            <a:pPr algn="l"/>
            <a:r>
              <a:rPr sz="3000" b="1">
                <a:solidFill>
                  <a:srgbClr val="000000"/>
                </a:solidFill>
                <a:latin typeface="Calibri"/>
              </a:rPr>
              <a:t>Priority selection searches the worst availability regions first</a:t>
            </a:r>
          </a:p>
        </p:txBody>
      </p:sp>
      <p:sp>
        <p:nvSpPr>
          <p:cNvPr id="6" name="Rounded Rectangle 5"/>
          <p:cNvSpPr/>
          <p:nvPr/>
        </p:nvSpPr>
        <p:spPr>
          <a:xfrm>
            <a:off x="502921" y="1280160"/>
            <a:ext cx="4747506" cy="48920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08760"/>
            <a:ext cx="4542012" cy="4606389"/>
          </a:xfrm>
          <a:prstGeom prst="rect">
            <a:avLst/>
          </a:prstGeom>
          <a:noFill/>
        </p:spPr>
        <p:txBody>
          <a:bodyPr wrap="square">
            <a:spAutoFit/>
          </a:bodyPr>
          <a:lstStyle/>
          <a:p>
            <a:pPr algn="l">
              <a:spcAft>
                <a:spcPts val="800"/>
              </a:spcAft>
            </a:pPr>
            <a:r>
              <a:rPr sz="2000" b="0" dirty="0">
                <a:solidFill>
                  <a:srgbClr val="1A1A1A"/>
                </a:solidFill>
                <a:latin typeface="Calibri"/>
              </a:rPr>
              <a:t>Rank events by the worst availability during their interval.</a:t>
            </a:r>
          </a:p>
          <a:p>
            <a:pPr algn="l">
              <a:spcAft>
                <a:spcPts val="800"/>
              </a:spcAft>
            </a:pPr>
            <a:r>
              <a:rPr sz="2000" b="0" dirty="0">
                <a:solidFill>
                  <a:srgbClr val="1A1A1A"/>
                </a:solidFill>
                <a:latin typeface="Calibri"/>
              </a:rPr>
              <a:t>Search the worst priority level first</a:t>
            </a:r>
            <a:r>
              <a:rPr lang="en-AU" sz="2000" b="0" dirty="0">
                <a:solidFill>
                  <a:srgbClr val="1A1A1A"/>
                </a:solidFill>
                <a:latin typeface="Calibri"/>
              </a:rPr>
              <a:t>,</a:t>
            </a:r>
            <a:r>
              <a:rPr sz="2000" b="0" dirty="0">
                <a:solidFill>
                  <a:srgbClr val="1A1A1A"/>
                </a:solidFill>
                <a:latin typeface="Calibri"/>
              </a:rPr>
              <a:t> expand only if needed.</a:t>
            </a:r>
          </a:p>
          <a:p>
            <a:pPr algn="l">
              <a:spcAft>
                <a:spcPts val="800"/>
              </a:spcAft>
            </a:pPr>
            <a:r>
              <a:rPr sz="2000" b="0" dirty="0">
                <a:solidFill>
                  <a:srgbClr val="1A1A1A"/>
                </a:solidFill>
                <a:latin typeface="Calibri"/>
              </a:rPr>
              <a:t>Move one check, then rebuild later events using A/B/C/D rules.</a:t>
            </a:r>
            <a:endParaRPr lang="en-AU" sz="2000" b="0" dirty="0">
              <a:solidFill>
                <a:srgbClr val="1A1A1A"/>
              </a:solidFill>
              <a:latin typeface="Calibri"/>
            </a:endParaRPr>
          </a:p>
          <a:p>
            <a:pPr algn="l">
              <a:spcAft>
                <a:spcPts val="800"/>
              </a:spcAft>
            </a:pPr>
            <a:r>
              <a:rPr lang="en-AU" sz="2000" dirty="0">
                <a:solidFill>
                  <a:srgbClr val="1A1A1A"/>
                </a:solidFill>
                <a:latin typeface="Calibri"/>
              </a:rPr>
              <a:t>Update incrementally by removing old intervals and add the rebuilt intervals and score once.</a:t>
            </a:r>
            <a:endParaRPr sz="2000" b="0" dirty="0">
              <a:solidFill>
                <a:srgbClr val="1A1A1A"/>
              </a:solidFill>
              <a:latin typeface="Calibri"/>
            </a:endParaRPr>
          </a:p>
          <a:p>
            <a:pPr algn="l">
              <a:spcAft>
                <a:spcPts val="800"/>
              </a:spcAft>
            </a:pPr>
            <a:r>
              <a:rPr sz="2000" b="0" dirty="0">
                <a:solidFill>
                  <a:srgbClr val="1A1A1A"/>
                </a:solidFill>
                <a:latin typeface="Calibri"/>
              </a:rPr>
              <a:t>Deterministic, rule-compliant, and substantially faster.</a:t>
            </a:r>
          </a:p>
          <a:p>
            <a:pPr algn="l">
              <a:spcAft>
                <a:spcPts val="800"/>
              </a:spcAft>
            </a:pPr>
            <a:r>
              <a:rPr sz="2000" b="0" dirty="0">
                <a:solidFill>
                  <a:srgbClr val="1A1A1A"/>
                </a:solidFill>
                <a:latin typeface="Calibri"/>
              </a:rPr>
              <a:t>Measured result: min 15→18, std 1.96→1.44.</a:t>
            </a:r>
          </a:p>
        </p:txBody>
      </p:sp>
      <p:pic>
        <p:nvPicPr>
          <p:cNvPr id="8" name="Picture 7" descr="Priority Based Optimiser Flowchart.png"/>
          <p:cNvPicPr>
            <a:picLocks noChangeAspect="1"/>
          </p:cNvPicPr>
          <p:nvPr/>
        </p:nvPicPr>
        <p:blipFill>
          <a:blip r:embed="rId3"/>
          <a:stretch>
            <a:fillRect/>
          </a:stretch>
        </p:blipFill>
        <p:spPr>
          <a:xfrm>
            <a:off x="5311632" y="1142999"/>
            <a:ext cx="6677334" cy="44515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PRIORITY-BASED SELECTION</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Priority selection targets the worst availability days</a:t>
            </a:r>
            <a:endParaRPr sz="3200" b="1" dirty="0">
              <a:solidFill>
                <a:srgbClr val="000000"/>
              </a:solidFill>
              <a:latin typeface="Calibri"/>
            </a:endParaRPr>
          </a:p>
        </p:txBody>
      </p:sp>
      <p:sp>
        <p:nvSpPr>
          <p:cNvPr id="6" name="TextBox 5"/>
          <p:cNvSpPr txBox="1"/>
          <p:nvPr/>
        </p:nvSpPr>
        <p:spPr>
          <a:xfrm>
            <a:off x="502920" y="1143000"/>
            <a:ext cx="11155680" cy="369332"/>
          </a:xfrm>
          <a:prstGeom prst="rect">
            <a:avLst/>
          </a:prstGeom>
          <a:noFill/>
        </p:spPr>
        <p:txBody>
          <a:bodyPr wrap="square">
            <a:noAutofit/>
          </a:bodyPr>
          <a:lstStyle/>
          <a:p>
            <a:pPr algn="l"/>
            <a:r>
              <a:rPr lang="en-US" b="0">
                <a:solidFill>
                  <a:srgbClr val="555555"/>
                </a:solidFill>
                <a:latin typeface="Calibri"/>
              </a:rPr>
              <a:t>Illustration from the original heavy forecast: 24 aircraft and 278 checks</a:t>
            </a:r>
            <a:endParaRPr b="0" dirty="0">
              <a:solidFill>
                <a:srgbClr val="555555"/>
              </a:solidFill>
              <a:latin typeface="Calibri"/>
            </a:endParaRPr>
          </a:p>
        </p:txBody>
      </p:sp>
      <p:sp>
        <p:nvSpPr>
          <p:cNvPr id="7" name="Rounded Rectangle 6"/>
          <p:cNvSpPr/>
          <p:nvPr/>
        </p:nvSpPr>
        <p:spPr>
          <a:xfrm>
            <a:off x="502920" y="1600199"/>
            <a:ext cx="3657600" cy="4672781"/>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737360"/>
            <a:ext cx="3291840" cy="400110"/>
          </a:xfrm>
          <a:prstGeom prst="rect">
            <a:avLst/>
          </a:prstGeom>
          <a:noFill/>
        </p:spPr>
        <p:txBody>
          <a:bodyPr wrap="square">
            <a:noAutofit/>
          </a:bodyPr>
          <a:lstStyle/>
          <a:p>
            <a:pPr algn="l"/>
            <a:r>
              <a:rPr lang="en-AU" sz="2000" b="1">
                <a:solidFill>
                  <a:srgbClr val="000000"/>
                </a:solidFill>
                <a:latin typeface="Calibri"/>
              </a:rPr>
              <a:t>1. Score each check</a:t>
            </a:r>
            <a:endParaRPr sz="2000" b="1">
              <a:solidFill>
                <a:srgbClr val="000000"/>
              </a:solidFill>
              <a:latin typeface="Calibri"/>
            </a:endParaRPr>
          </a:p>
        </p:txBody>
      </p:sp>
      <p:sp>
        <p:nvSpPr>
          <p:cNvPr id="9" name="TextBox 8"/>
          <p:cNvSpPr txBox="1"/>
          <p:nvPr/>
        </p:nvSpPr>
        <p:spPr>
          <a:xfrm>
            <a:off x="685800" y="2194560"/>
            <a:ext cx="3291840" cy="1733808"/>
          </a:xfrm>
          <a:prstGeom prst="rect">
            <a:avLst/>
          </a:prstGeom>
          <a:noFill/>
        </p:spPr>
        <p:txBody>
          <a:bodyPr wrap="square">
            <a:noAutofit/>
          </a:bodyPr>
          <a:lstStyle/>
          <a:p>
            <a:pPr algn="l">
              <a:spcAft>
                <a:spcPts val="1200"/>
              </a:spcAft>
            </a:pPr>
            <a:r>
              <a:rPr lang="en-US" sz="2000" b="0">
                <a:solidFill>
                  <a:srgbClr val="1A1A1A"/>
                </a:solidFill>
                <a:latin typeface="Calibri"/>
              </a:rPr>
              <a:t>Priority equals the lowest fleet availability during that check.</a:t>
            </a:r>
          </a:p>
          <a:p>
            <a:pPr algn="l">
              <a:spcAft>
                <a:spcPts val="1200"/>
              </a:spcAft>
            </a:pPr>
            <a:r>
              <a:rPr lang="en-US" sz="2000" b="0">
                <a:solidFill>
                  <a:srgbClr val="1A1A1A"/>
                </a:solidFill>
                <a:latin typeface="Calibri"/>
              </a:rPr>
              <a:t>Example: [18, 18, 16, 15] gives priority 15.</a:t>
            </a:r>
            <a:endParaRPr sz="2000" b="0" dirty="0">
              <a:solidFill>
                <a:srgbClr val="1A1A1A"/>
              </a:solidFill>
              <a:latin typeface="Calibri"/>
            </a:endParaRPr>
          </a:p>
        </p:txBody>
      </p:sp>
      <p:sp>
        <p:nvSpPr>
          <p:cNvPr id="10" name="Rounded Rectangle 9"/>
          <p:cNvSpPr/>
          <p:nvPr/>
        </p:nvSpPr>
        <p:spPr>
          <a:xfrm>
            <a:off x="4297680" y="1600200"/>
            <a:ext cx="3657600" cy="47548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1737360"/>
            <a:ext cx="3291840" cy="400110"/>
          </a:xfrm>
          <a:prstGeom prst="rect">
            <a:avLst/>
          </a:prstGeom>
          <a:noFill/>
        </p:spPr>
        <p:txBody>
          <a:bodyPr wrap="square">
            <a:noAutofit/>
          </a:bodyPr>
          <a:lstStyle/>
          <a:p>
            <a:pPr algn="l"/>
            <a:r>
              <a:rPr lang="en-AU" sz="2000" b="1">
                <a:solidFill>
                  <a:srgbClr val="000000"/>
                </a:solidFill>
                <a:latin typeface="Calibri"/>
              </a:rPr>
              <a:t>2. Group by priority</a:t>
            </a:r>
            <a:endParaRPr sz="2000" b="1" dirty="0">
              <a:solidFill>
                <a:srgbClr val="000000"/>
              </a:solidFill>
              <a:latin typeface="Calibri"/>
            </a:endParaRPr>
          </a:p>
        </p:txBody>
      </p:sp>
      <p:sp>
        <p:nvSpPr>
          <p:cNvPr id="12" name="TextBox 11"/>
          <p:cNvSpPr txBox="1"/>
          <p:nvPr/>
        </p:nvSpPr>
        <p:spPr>
          <a:xfrm>
            <a:off x="4480560" y="2194560"/>
            <a:ext cx="3291840" cy="1938992"/>
          </a:xfrm>
          <a:prstGeom prst="rect">
            <a:avLst/>
          </a:prstGeom>
          <a:noFill/>
        </p:spPr>
        <p:txBody>
          <a:bodyPr wrap="square">
            <a:noAutofit/>
          </a:bodyPr>
          <a:lstStyle/>
          <a:p>
            <a:pPr algn="l">
              <a:spcAft>
                <a:spcPts val="1200"/>
              </a:spcAft>
            </a:pPr>
            <a:r>
              <a:rPr lang="en-US" sz="2000" b="0">
                <a:solidFill>
                  <a:srgbClr val="1A1A1A"/>
                </a:solidFill>
                <a:latin typeface="Calibri"/>
              </a:rPr>
              <a:t>Priority 15: 20 checks</a:t>
            </a:r>
          </a:p>
          <a:p>
            <a:pPr algn="l">
              <a:spcAft>
                <a:spcPts val="1200"/>
              </a:spcAft>
            </a:pPr>
            <a:r>
              <a:rPr lang="en-US" sz="2000" b="0">
                <a:solidFill>
                  <a:srgbClr val="1A1A1A"/>
                </a:solidFill>
                <a:latin typeface="Calibri"/>
              </a:rPr>
              <a:t>Priority 16: 10 checks</a:t>
            </a:r>
          </a:p>
          <a:p>
            <a:pPr algn="l">
              <a:spcAft>
                <a:spcPts val="1200"/>
              </a:spcAft>
            </a:pPr>
            <a:r>
              <a:rPr lang="en-US" sz="2000" b="0">
                <a:solidFill>
                  <a:srgbClr val="1A1A1A"/>
                </a:solidFill>
                <a:latin typeface="Calibri"/>
              </a:rPr>
              <a:t>Priority 17: 9 checks</a:t>
            </a:r>
          </a:p>
          <a:p>
            <a:pPr algn="l">
              <a:spcAft>
                <a:spcPts val="1200"/>
              </a:spcAft>
            </a:pPr>
            <a:r>
              <a:rPr lang="en-US" sz="2000" b="0">
                <a:solidFill>
                  <a:srgbClr val="1A1A1A"/>
                </a:solidFill>
                <a:latin typeface="Calibri"/>
              </a:rPr>
              <a:t>Each check belongs to one group.</a:t>
            </a:r>
            <a:endParaRPr lang="en-AU" sz="2000" b="0" dirty="0">
              <a:solidFill>
                <a:srgbClr val="1A1A1A"/>
              </a:solidFill>
              <a:latin typeface="Calibri"/>
            </a:endParaRPr>
          </a:p>
        </p:txBody>
      </p:sp>
      <p:sp>
        <p:nvSpPr>
          <p:cNvPr id="13" name="Rounded Rectangle 12"/>
          <p:cNvSpPr/>
          <p:nvPr/>
        </p:nvSpPr>
        <p:spPr>
          <a:xfrm>
            <a:off x="8092440" y="1600200"/>
            <a:ext cx="3657600" cy="47548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20" y="1737360"/>
            <a:ext cx="3291840" cy="400110"/>
          </a:xfrm>
          <a:prstGeom prst="rect">
            <a:avLst/>
          </a:prstGeom>
          <a:noFill/>
        </p:spPr>
        <p:txBody>
          <a:bodyPr wrap="square">
            <a:noAutofit/>
          </a:bodyPr>
          <a:lstStyle/>
          <a:p>
            <a:pPr algn="l"/>
            <a:r>
              <a:rPr lang="en-AU" sz="2000" b="1">
                <a:solidFill>
                  <a:srgbClr val="000000"/>
                </a:solidFill>
                <a:latin typeface="Calibri"/>
              </a:rPr>
              <a:t>3. Search worst first</a:t>
            </a:r>
            <a:endParaRPr sz="2000" b="1" dirty="0">
              <a:solidFill>
                <a:srgbClr val="000000"/>
              </a:solidFill>
              <a:latin typeface="Calibri"/>
            </a:endParaRPr>
          </a:p>
        </p:txBody>
      </p:sp>
      <p:sp>
        <p:nvSpPr>
          <p:cNvPr id="15" name="TextBox 14"/>
          <p:cNvSpPr txBox="1"/>
          <p:nvPr/>
        </p:nvSpPr>
        <p:spPr>
          <a:xfrm>
            <a:off x="8275320" y="2194560"/>
            <a:ext cx="3291840" cy="2246769"/>
          </a:xfrm>
          <a:prstGeom prst="rect">
            <a:avLst/>
          </a:prstGeom>
          <a:noFill/>
        </p:spPr>
        <p:txBody>
          <a:bodyPr wrap="square">
            <a:noAutofit/>
          </a:bodyPr>
          <a:lstStyle/>
          <a:p>
            <a:pPr algn="l">
              <a:spcAft>
                <a:spcPts val="1200"/>
              </a:spcAft>
            </a:pPr>
            <a:r>
              <a:rPr lang="en-US" sz="2000" b="0">
                <a:solidFill>
                  <a:srgbClr val="1A1A1A"/>
                </a:solidFill>
                <a:latin typeface="Calibri"/>
              </a:rPr>
              <a:t>Try the worst group first.</a:t>
            </a:r>
          </a:p>
          <a:p>
            <a:pPr algn="l">
              <a:spcAft>
                <a:spcPts val="1200"/>
              </a:spcAft>
            </a:pPr>
            <a:r>
              <a:rPr lang="en-US" sz="2000" b="0">
                <a:solidFill>
                  <a:srgbClr val="1A1A1A"/>
                </a:solidFill>
                <a:latin typeface="Calibri"/>
              </a:rPr>
              <a:t>20 checks × 2 shifts = 40 proposals.</a:t>
            </a:r>
          </a:p>
          <a:p>
            <a:pPr algn="l">
              <a:spcAft>
                <a:spcPts val="1200"/>
              </a:spcAft>
            </a:pPr>
            <a:r>
              <a:rPr lang="en-US" sz="2000" b="0">
                <a:solidFill>
                  <a:srgbClr val="1A1A1A"/>
                </a:solidFill>
                <a:latin typeface="Calibri"/>
              </a:rPr>
              <a:t>Take the best improvement in that group.</a:t>
            </a:r>
          </a:p>
          <a:p>
            <a:pPr algn="l">
              <a:spcAft>
                <a:spcPts val="1200"/>
              </a:spcAft>
            </a:pPr>
            <a:r>
              <a:rPr lang="en-US" sz="2000" b="0">
                <a:solidFill>
                  <a:srgbClr val="1A1A1A"/>
                </a:solidFill>
                <a:latin typeface="Calibri"/>
              </a:rPr>
              <a:t>Expand only if it finds none.</a:t>
            </a:r>
            <a:endParaRPr sz="2000" b="0" dirty="0">
              <a:solidFill>
                <a:srgbClr val="1A1A1A"/>
              </a:solidFill>
              <a:latin typeface="Calibri"/>
            </a:endParaRPr>
          </a:p>
        </p:txBody>
      </p:sp>
    </p:spTree>
    <p:extLst>
      <p:ext uri="{BB962C8B-B14F-4D97-AF65-F5344CB8AC3E}">
        <p14:creationId xmlns:p14="http://schemas.microsoft.com/office/powerpoint/2010/main" val="818826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ITERATION 1 RESULTS</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Priority selection made the heavy search practical</a:t>
            </a:r>
            <a:endParaRPr sz="3200" b="1">
              <a:solidFill>
                <a:srgbClr val="000000"/>
              </a:solidFill>
              <a:latin typeface="Calibri"/>
            </a:endParaRPr>
          </a:p>
        </p:txBody>
      </p:sp>
      <p:sp>
        <p:nvSpPr>
          <p:cNvPr id="6" name="Rounded Rectangle 5"/>
          <p:cNvSpPr/>
          <p:nvPr/>
        </p:nvSpPr>
        <p:spPr>
          <a:xfrm>
            <a:off x="502920" y="1371600"/>
            <a:ext cx="3657600" cy="155448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536192"/>
            <a:ext cx="3383280" cy="276999"/>
          </a:xfrm>
          <a:prstGeom prst="rect">
            <a:avLst/>
          </a:prstGeom>
          <a:noFill/>
        </p:spPr>
        <p:txBody>
          <a:bodyPr wrap="square">
            <a:noAutofit/>
          </a:bodyPr>
          <a:lstStyle/>
          <a:p>
            <a:pPr algn="l"/>
            <a:r>
              <a:rPr lang="en-AU" sz="1200" b="1">
                <a:solidFill>
                  <a:srgbClr val="000000"/>
                </a:solidFill>
                <a:latin typeface="Calibri"/>
              </a:rPr>
              <a:t>WORST-DAY AVAILABILITY</a:t>
            </a:r>
            <a:endParaRPr sz="1200" b="1">
              <a:solidFill>
                <a:srgbClr val="000000"/>
              </a:solidFill>
              <a:latin typeface="Calibri"/>
            </a:endParaRPr>
          </a:p>
        </p:txBody>
      </p:sp>
      <p:sp>
        <p:nvSpPr>
          <p:cNvPr id="8" name="TextBox 7"/>
          <p:cNvSpPr txBox="1"/>
          <p:nvPr/>
        </p:nvSpPr>
        <p:spPr>
          <a:xfrm>
            <a:off x="667512" y="1874520"/>
            <a:ext cx="3383280" cy="492443"/>
          </a:xfrm>
          <a:prstGeom prst="rect">
            <a:avLst/>
          </a:prstGeom>
          <a:noFill/>
        </p:spPr>
        <p:txBody>
          <a:bodyPr wrap="square">
            <a:noAutofit/>
          </a:bodyPr>
          <a:lstStyle/>
          <a:p>
            <a:pPr algn="l"/>
            <a:r>
              <a:rPr lang="en-AU" sz="2400" b="1">
                <a:solidFill>
                  <a:srgbClr val="000000"/>
                </a:solidFill>
                <a:latin typeface="Calibri"/>
              </a:rPr>
              <a:t>15 to 18</a:t>
            </a:r>
            <a:endParaRPr sz="2400" b="1">
              <a:solidFill>
                <a:srgbClr val="000000"/>
              </a:solidFill>
              <a:latin typeface="Calibri"/>
            </a:endParaRPr>
          </a:p>
        </p:txBody>
      </p:sp>
      <p:sp>
        <p:nvSpPr>
          <p:cNvPr id="9" name="Rounded Rectangle 8"/>
          <p:cNvSpPr/>
          <p:nvPr/>
        </p:nvSpPr>
        <p:spPr>
          <a:xfrm>
            <a:off x="4343400" y="1371600"/>
            <a:ext cx="3657600" cy="155448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07992" y="1536192"/>
            <a:ext cx="3383280" cy="276999"/>
          </a:xfrm>
          <a:prstGeom prst="rect">
            <a:avLst/>
          </a:prstGeom>
          <a:noFill/>
        </p:spPr>
        <p:txBody>
          <a:bodyPr wrap="square">
            <a:noAutofit/>
          </a:bodyPr>
          <a:lstStyle/>
          <a:p>
            <a:pPr algn="l"/>
            <a:r>
              <a:rPr lang="en-AU" sz="1200" b="1">
                <a:solidFill>
                  <a:srgbClr val="000000"/>
                </a:solidFill>
                <a:latin typeface="Calibri"/>
              </a:rPr>
              <a:t>SEARCH STRATEGY</a:t>
            </a:r>
            <a:endParaRPr sz="1200" b="1">
              <a:solidFill>
                <a:srgbClr val="000000"/>
              </a:solidFill>
              <a:latin typeface="Calibri"/>
            </a:endParaRPr>
          </a:p>
        </p:txBody>
      </p:sp>
      <p:sp>
        <p:nvSpPr>
          <p:cNvPr id="11" name="TextBox 10"/>
          <p:cNvSpPr txBox="1"/>
          <p:nvPr/>
        </p:nvSpPr>
        <p:spPr>
          <a:xfrm>
            <a:off x="4507992" y="1874520"/>
            <a:ext cx="3383280" cy="492443"/>
          </a:xfrm>
          <a:prstGeom prst="rect">
            <a:avLst/>
          </a:prstGeom>
          <a:noFill/>
        </p:spPr>
        <p:txBody>
          <a:bodyPr wrap="square">
            <a:noAutofit/>
          </a:bodyPr>
          <a:lstStyle/>
          <a:p>
            <a:pPr algn="l"/>
            <a:r>
              <a:rPr lang="en-AU" sz="2400" b="1">
                <a:solidFill>
                  <a:srgbClr val="000000"/>
                </a:solidFill>
                <a:latin typeface="Calibri"/>
              </a:rPr>
              <a:t>Worst days first</a:t>
            </a:r>
            <a:endParaRPr sz="2400" b="1" dirty="0">
              <a:solidFill>
                <a:srgbClr val="000000"/>
              </a:solidFill>
              <a:latin typeface="Calibri"/>
            </a:endParaRPr>
          </a:p>
        </p:txBody>
      </p:sp>
      <p:sp>
        <p:nvSpPr>
          <p:cNvPr id="12" name="Rounded Rectangle 11"/>
          <p:cNvSpPr/>
          <p:nvPr/>
        </p:nvSpPr>
        <p:spPr>
          <a:xfrm>
            <a:off x="8183879" y="1371600"/>
            <a:ext cx="3474720" cy="155448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48471" y="1536192"/>
            <a:ext cx="3200400" cy="276999"/>
          </a:xfrm>
          <a:prstGeom prst="rect">
            <a:avLst/>
          </a:prstGeom>
          <a:noFill/>
        </p:spPr>
        <p:txBody>
          <a:bodyPr wrap="square">
            <a:noAutofit/>
          </a:bodyPr>
          <a:lstStyle/>
          <a:p>
            <a:pPr algn="l"/>
            <a:r>
              <a:rPr lang="en-AU" sz="1200" b="1">
                <a:solidFill>
                  <a:srgbClr val="000000"/>
                </a:solidFill>
                <a:latin typeface="Calibri"/>
              </a:rPr>
              <a:t>VALIDITY</a:t>
            </a:r>
            <a:endParaRPr sz="1200" b="1">
              <a:solidFill>
                <a:srgbClr val="000000"/>
              </a:solidFill>
              <a:latin typeface="Calibri"/>
            </a:endParaRPr>
          </a:p>
        </p:txBody>
      </p:sp>
      <p:sp>
        <p:nvSpPr>
          <p:cNvPr id="14" name="TextBox 13"/>
          <p:cNvSpPr txBox="1"/>
          <p:nvPr/>
        </p:nvSpPr>
        <p:spPr>
          <a:xfrm>
            <a:off x="8348471" y="1874520"/>
            <a:ext cx="3200400" cy="492443"/>
          </a:xfrm>
          <a:prstGeom prst="rect">
            <a:avLst/>
          </a:prstGeom>
          <a:noFill/>
        </p:spPr>
        <p:txBody>
          <a:bodyPr wrap="square">
            <a:noAutofit/>
          </a:bodyPr>
          <a:lstStyle/>
          <a:p>
            <a:pPr algn="l"/>
            <a:r>
              <a:rPr lang="en-AU" sz="2400" b="1">
                <a:solidFill>
                  <a:srgbClr val="000000"/>
                </a:solidFill>
                <a:latin typeface="Calibri"/>
              </a:rPr>
              <a:t>Rebuild and verify</a:t>
            </a:r>
            <a:endParaRPr sz="2400" b="1">
              <a:solidFill>
                <a:srgbClr val="000000"/>
              </a:solidFill>
              <a:latin typeface="Calibri"/>
            </a:endParaRPr>
          </a:p>
        </p:txBody>
      </p:sp>
      <p:sp>
        <p:nvSpPr>
          <p:cNvPr id="15" name="Rounded Rectangle 14"/>
          <p:cNvSpPr/>
          <p:nvPr/>
        </p:nvSpPr>
        <p:spPr>
          <a:xfrm>
            <a:off x="502920" y="3200400"/>
            <a:ext cx="11155680" cy="292608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383280"/>
            <a:ext cx="10607040" cy="338554"/>
          </a:xfrm>
          <a:prstGeom prst="rect">
            <a:avLst/>
          </a:prstGeom>
          <a:noFill/>
        </p:spPr>
        <p:txBody>
          <a:bodyPr wrap="square">
            <a:noAutofit/>
          </a:bodyPr>
          <a:lstStyle/>
          <a:p>
            <a:pPr algn="l"/>
            <a:r>
              <a:rPr lang="en-US" sz="1600" b="1">
                <a:solidFill>
                  <a:srgbClr val="000000"/>
                </a:solidFill>
                <a:latin typeface="Calibri"/>
              </a:rPr>
              <a:t>Historical runtime comparison from the Iteration 1 milestone</a:t>
            </a:r>
            <a:endParaRPr sz="1600" b="1">
              <a:solidFill>
                <a:srgbClr val="000000"/>
              </a:solidFill>
              <a:latin typeface="Calibri"/>
            </a:endParaRPr>
          </a:p>
        </p:txBody>
      </p:sp>
      <p:sp>
        <p:nvSpPr>
          <p:cNvPr id="17" name="TextBox 16"/>
          <p:cNvSpPr txBox="1"/>
          <p:nvPr/>
        </p:nvSpPr>
        <p:spPr>
          <a:xfrm>
            <a:off x="777240" y="3886200"/>
            <a:ext cx="2743200" cy="365760"/>
          </a:xfrm>
          <a:prstGeom prst="rect">
            <a:avLst/>
          </a:prstGeom>
          <a:noFill/>
        </p:spPr>
        <p:txBody>
          <a:bodyPr wrap="square">
            <a:spAutoFit/>
          </a:bodyPr>
          <a:lstStyle/>
          <a:p>
            <a:pPr algn="l"/>
            <a:r>
              <a:rPr sz="1400" b="0">
                <a:solidFill>
                  <a:srgbClr val="1A1A1A"/>
                </a:solidFill>
                <a:latin typeface="Calibri"/>
              </a:rPr>
              <a:t>Full neighbourhood</a:t>
            </a:r>
          </a:p>
        </p:txBody>
      </p:sp>
      <p:sp>
        <p:nvSpPr>
          <p:cNvPr id="18" name="Rounded Rectangle 17"/>
          <p:cNvSpPr/>
          <p:nvPr/>
        </p:nvSpPr>
        <p:spPr>
          <a:xfrm>
            <a:off x="3657600" y="3931920"/>
            <a:ext cx="5943600" cy="32004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92640" y="3886200"/>
            <a:ext cx="1828800" cy="276999"/>
          </a:xfrm>
          <a:prstGeom prst="rect">
            <a:avLst/>
          </a:prstGeom>
          <a:noFill/>
        </p:spPr>
        <p:txBody>
          <a:bodyPr wrap="square">
            <a:noAutofit/>
          </a:bodyPr>
          <a:lstStyle/>
          <a:p>
            <a:pPr algn="l"/>
            <a:r>
              <a:rPr lang="en-AU" sz="1200" b="1">
                <a:solidFill>
                  <a:srgbClr val="1A1A1A"/>
                </a:solidFill>
                <a:latin typeface="Calibri"/>
              </a:rPr>
              <a:t>920 s</a:t>
            </a:r>
            <a:endParaRPr sz="1200" b="1">
              <a:solidFill>
                <a:srgbClr val="1A1A1A"/>
              </a:solidFill>
              <a:latin typeface="Calibri"/>
            </a:endParaRPr>
          </a:p>
        </p:txBody>
      </p:sp>
      <p:sp>
        <p:nvSpPr>
          <p:cNvPr id="20" name="TextBox 19"/>
          <p:cNvSpPr txBox="1"/>
          <p:nvPr/>
        </p:nvSpPr>
        <p:spPr>
          <a:xfrm>
            <a:off x="777240" y="4526280"/>
            <a:ext cx="2743200" cy="365760"/>
          </a:xfrm>
          <a:prstGeom prst="rect">
            <a:avLst/>
          </a:prstGeom>
          <a:noFill/>
        </p:spPr>
        <p:txBody>
          <a:bodyPr wrap="square">
            <a:spAutoFit/>
          </a:bodyPr>
          <a:lstStyle/>
          <a:p>
            <a:pPr algn="l"/>
            <a:r>
              <a:rPr sz="1400" b="0">
                <a:solidFill>
                  <a:srgbClr val="1A1A1A"/>
                </a:solidFill>
                <a:latin typeface="Calibri"/>
              </a:rPr>
              <a:t>200 random samples</a:t>
            </a:r>
          </a:p>
        </p:txBody>
      </p:sp>
      <p:sp>
        <p:nvSpPr>
          <p:cNvPr id="21" name="Rounded Rectangle 20"/>
          <p:cNvSpPr/>
          <p:nvPr/>
        </p:nvSpPr>
        <p:spPr>
          <a:xfrm>
            <a:off x="3657600" y="4572000"/>
            <a:ext cx="2914935" cy="320040"/>
          </a:xfrm>
          <a:prstGeom prst="round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92640" y="4526280"/>
            <a:ext cx="1828800" cy="276999"/>
          </a:xfrm>
          <a:prstGeom prst="rect">
            <a:avLst/>
          </a:prstGeom>
          <a:noFill/>
        </p:spPr>
        <p:txBody>
          <a:bodyPr wrap="square">
            <a:noAutofit/>
          </a:bodyPr>
          <a:lstStyle/>
          <a:p>
            <a:pPr algn="l"/>
            <a:r>
              <a:rPr lang="en-AU" sz="1200" b="1">
                <a:solidFill>
                  <a:srgbClr val="1A1A1A"/>
                </a:solidFill>
                <a:latin typeface="Calibri"/>
              </a:rPr>
              <a:t>451 s</a:t>
            </a:r>
            <a:endParaRPr sz="1200" b="1">
              <a:solidFill>
                <a:srgbClr val="1A1A1A"/>
              </a:solidFill>
              <a:latin typeface="Calibri"/>
            </a:endParaRPr>
          </a:p>
        </p:txBody>
      </p:sp>
      <p:sp>
        <p:nvSpPr>
          <p:cNvPr id="23" name="TextBox 22"/>
          <p:cNvSpPr txBox="1"/>
          <p:nvPr/>
        </p:nvSpPr>
        <p:spPr>
          <a:xfrm>
            <a:off x="777240" y="5166360"/>
            <a:ext cx="2743200" cy="365760"/>
          </a:xfrm>
          <a:prstGeom prst="rect">
            <a:avLst/>
          </a:prstGeom>
          <a:noFill/>
        </p:spPr>
        <p:txBody>
          <a:bodyPr wrap="square">
            <a:spAutoFit/>
          </a:bodyPr>
          <a:lstStyle/>
          <a:p>
            <a:pPr algn="l"/>
            <a:r>
              <a:rPr sz="1400" b="0">
                <a:solidFill>
                  <a:srgbClr val="1A1A1A"/>
                </a:solidFill>
                <a:latin typeface="Calibri"/>
              </a:rPr>
              <a:t>Priority selection</a:t>
            </a:r>
          </a:p>
        </p:txBody>
      </p:sp>
      <p:sp>
        <p:nvSpPr>
          <p:cNvPr id="24" name="Rounded Rectangle 23"/>
          <p:cNvSpPr/>
          <p:nvPr/>
        </p:nvSpPr>
        <p:spPr>
          <a:xfrm>
            <a:off x="3657600" y="5212080"/>
            <a:ext cx="237744" cy="320040"/>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692640" y="5166360"/>
            <a:ext cx="1828800" cy="276999"/>
          </a:xfrm>
          <a:prstGeom prst="rect">
            <a:avLst/>
          </a:prstGeom>
          <a:noFill/>
        </p:spPr>
        <p:txBody>
          <a:bodyPr wrap="square">
            <a:noAutofit/>
          </a:bodyPr>
          <a:lstStyle/>
          <a:p>
            <a:pPr algn="l"/>
            <a:r>
              <a:rPr lang="en-AU" sz="1200" b="1">
                <a:solidFill>
                  <a:srgbClr val="1A1A1A"/>
                </a:solidFill>
                <a:latin typeface="Calibri"/>
              </a:rPr>
              <a:t>15.4 s</a:t>
            </a:r>
            <a:endParaRPr sz="1200" b="1" dirty="0">
              <a:solidFill>
                <a:srgbClr val="1A1A1A"/>
              </a:solidFill>
              <a:latin typeface="Calibri"/>
            </a:endParaRPr>
          </a:p>
        </p:txBody>
      </p:sp>
    </p:spTree>
    <p:extLst>
      <p:ext uri="{BB962C8B-B14F-4D97-AF65-F5344CB8AC3E}">
        <p14:creationId xmlns:p14="http://schemas.microsoft.com/office/powerpoint/2010/main" val="2032942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ITERATION 2</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Three questions guided the second iteration</a:t>
            </a:r>
            <a:endParaRPr sz="3200" b="1">
              <a:solidFill>
                <a:srgbClr val="000000"/>
              </a:solidFill>
              <a:latin typeface="Calibri"/>
            </a:endParaRPr>
          </a:p>
        </p:txBody>
      </p:sp>
      <p:sp>
        <p:nvSpPr>
          <p:cNvPr id="6" name="Rounded Rectangle 5"/>
          <p:cNvSpPr/>
          <p:nvPr/>
        </p:nvSpPr>
        <p:spPr>
          <a:xfrm>
            <a:off x="457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389888"/>
            <a:ext cx="5074920" cy="365760"/>
          </a:xfrm>
          <a:prstGeom prst="rect">
            <a:avLst/>
          </a:prstGeom>
          <a:noFill/>
        </p:spPr>
        <p:txBody>
          <a:bodyPr wrap="square">
            <a:noAutofit/>
          </a:bodyPr>
          <a:lstStyle/>
          <a:p>
            <a:pPr algn="l"/>
            <a:r>
              <a:rPr lang="en-AU" sz="1700" b="1">
                <a:solidFill>
                  <a:srgbClr val="000000"/>
                </a:solidFill>
                <a:latin typeface="Calibri"/>
              </a:rPr>
              <a:t>METHOD</a:t>
            </a:r>
            <a:endParaRPr sz="1700" b="1">
              <a:solidFill>
                <a:srgbClr val="000000"/>
              </a:solidFill>
              <a:latin typeface="Calibri"/>
            </a:endParaRPr>
          </a:p>
        </p:txBody>
      </p:sp>
      <p:sp>
        <p:nvSpPr>
          <p:cNvPr id="8" name="TextBox 7"/>
          <p:cNvSpPr txBox="1"/>
          <p:nvPr/>
        </p:nvSpPr>
        <p:spPr>
          <a:xfrm>
            <a:off x="658368" y="1810511"/>
            <a:ext cx="5074920" cy="698500"/>
          </a:xfrm>
          <a:prstGeom prst="rect">
            <a:avLst/>
          </a:prstGeom>
          <a:noFill/>
        </p:spPr>
        <p:txBody>
          <a:bodyPr wrap="square">
            <a:noAutofit/>
          </a:bodyPr>
          <a:lstStyle/>
          <a:p>
            <a:pPr algn="l"/>
            <a:r>
              <a:rPr lang="en-AU" sz="2500" b="1">
                <a:solidFill>
                  <a:srgbClr val="000000"/>
                </a:solidFill>
                <a:latin typeface="Calibri"/>
              </a:rPr>
              <a:t>Escape local optima</a:t>
            </a:r>
            <a:endParaRPr sz="2500" b="1">
              <a:solidFill>
                <a:srgbClr val="000000"/>
              </a:solidFill>
              <a:latin typeface="Calibri"/>
            </a:endParaRPr>
          </a:p>
        </p:txBody>
      </p:sp>
      <p:sp>
        <p:nvSpPr>
          <p:cNvPr id="9" name="Rounded Rectangle 8"/>
          <p:cNvSpPr/>
          <p:nvPr/>
        </p:nvSpPr>
        <p:spPr>
          <a:xfrm>
            <a:off x="6172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389888"/>
            <a:ext cx="5074920" cy="365760"/>
          </a:xfrm>
          <a:prstGeom prst="rect">
            <a:avLst/>
          </a:prstGeom>
          <a:noFill/>
        </p:spPr>
        <p:txBody>
          <a:bodyPr wrap="square">
            <a:noAutofit/>
          </a:bodyPr>
          <a:lstStyle/>
          <a:p>
            <a:pPr algn="l"/>
            <a:r>
              <a:rPr lang="en-AU" sz="1700" b="1">
                <a:solidFill>
                  <a:srgbClr val="000000"/>
                </a:solidFill>
                <a:latin typeface="Calibri"/>
              </a:rPr>
              <a:t>SETTINGS</a:t>
            </a:r>
            <a:endParaRPr sz="1700" b="1">
              <a:solidFill>
                <a:srgbClr val="000000"/>
              </a:solidFill>
              <a:latin typeface="Calibri"/>
            </a:endParaRPr>
          </a:p>
        </p:txBody>
      </p:sp>
      <p:sp>
        <p:nvSpPr>
          <p:cNvPr id="11" name="TextBox 10"/>
          <p:cNvSpPr txBox="1"/>
          <p:nvPr/>
        </p:nvSpPr>
        <p:spPr>
          <a:xfrm>
            <a:off x="6373368" y="1810511"/>
            <a:ext cx="5074920" cy="698500"/>
          </a:xfrm>
          <a:prstGeom prst="rect">
            <a:avLst/>
          </a:prstGeom>
          <a:noFill/>
        </p:spPr>
        <p:txBody>
          <a:bodyPr wrap="square">
            <a:noAutofit/>
          </a:bodyPr>
          <a:lstStyle/>
          <a:p>
            <a:pPr algn="l"/>
            <a:r>
              <a:rPr lang="en-AU" sz="2500" b="1">
                <a:solidFill>
                  <a:srgbClr val="000000"/>
                </a:solidFill>
                <a:latin typeface="Calibri"/>
              </a:rPr>
              <a:t>Tune the search</a:t>
            </a:r>
            <a:endParaRPr sz="2500" b="1">
              <a:solidFill>
                <a:srgbClr val="000000"/>
              </a:solidFill>
              <a:latin typeface="Calibri"/>
            </a:endParaRPr>
          </a:p>
        </p:txBody>
      </p:sp>
      <p:sp>
        <p:nvSpPr>
          <p:cNvPr id="12" name="Rounded Rectangle 11"/>
          <p:cNvSpPr/>
          <p:nvPr/>
        </p:nvSpPr>
        <p:spPr>
          <a:xfrm>
            <a:off x="457200" y="2834640"/>
            <a:ext cx="11247120" cy="35204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063240"/>
            <a:ext cx="10698480" cy="430887"/>
          </a:xfrm>
          <a:prstGeom prst="rect">
            <a:avLst/>
          </a:prstGeom>
          <a:noFill/>
        </p:spPr>
        <p:txBody>
          <a:bodyPr wrap="square">
            <a:noAutofit/>
          </a:bodyPr>
          <a:lstStyle/>
          <a:p>
            <a:pPr algn="l"/>
            <a:r>
              <a:rPr lang="en-US" sz="2200" b="1">
                <a:solidFill>
                  <a:srgbClr val="000000"/>
                </a:solidFill>
                <a:latin typeface="Calibri"/>
              </a:rPr>
              <a:t>Scope of the completed work</a:t>
            </a:r>
            <a:endParaRPr sz="2200" b="1" dirty="0">
              <a:solidFill>
                <a:srgbClr val="000000"/>
              </a:solidFill>
              <a:latin typeface="Calibri"/>
            </a:endParaRPr>
          </a:p>
        </p:txBody>
      </p:sp>
      <p:sp>
        <p:nvSpPr>
          <p:cNvPr id="14" name="TextBox 13"/>
          <p:cNvSpPr txBox="1"/>
          <p:nvPr/>
        </p:nvSpPr>
        <p:spPr>
          <a:xfrm>
            <a:off x="731520" y="3657600"/>
            <a:ext cx="10698480" cy="1938992"/>
          </a:xfrm>
          <a:prstGeom prst="rect">
            <a:avLst/>
          </a:prstGeom>
          <a:noFill/>
        </p:spPr>
        <p:txBody>
          <a:bodyPr wrap="square">
            <a:noAutofit/>
          </a:bodyPr>
          <a:lstStyle/>
          <a:p>
            <a:pPr algn="l">
              <a:spcAft>
                <a:spcPts val="1400"/>
              </a:spcAft>
            </a:pPr>
            <a:r>
              <a:rPr lang="en-US" sz="1900" b="0">
                <a:solidFill>
                  <a:srgbClr val="1A1A1A"/>
                </a:solidFill>
                <a:latin typeface="Calibri"/>
              </a:rPr>
              <a:t>Can basin-hopping improve the tuned baseline?</a:t>
            </a:r>
          </a:p>
          <a:p>
            <a:pPr algn="l">
              <a:spcAft>
                <a:spcPts val="1400"/>
              </a:spcAft>
            </a:pPr>
            <a:r>
              <a:rPr lang="en-US" sz="1900" b="0">
                <a:solidFill>
                  <a:srgbClr val="1A1A1A"/>
                </a:solidFill>
                <a:latin typeface="Calibri"/>
              </a:rPr>
              <a:t>How much does the starting schedule affect the result?</a:t>
            </a:r>
          </a:p>
          <a:p>
            <a:pPr algn="l">
              <a:spcAft>
                <a:spcPts val="1400"/>
              </a:spcAft>
            </a:pPr>
            <a:r>
              <a:rPr lang="en-US" sz="1900" b="0">
                <a:solidFill>
                  <a:srgbClr val="1A1A1A"/>
                </a:solidFill>
                <a:latin typeface="Calibri"/>
              </a:rPr>
              <a:t>Which neighbourhoods work across three forecasts?</a:t>
            </a:r>
          </a:p>
          <a:p>
            <a:pPr algn="l">
              <a:spcAft>
                <a:spcPts val="1400"/>
              </a:spcAft>
            </a:pPr>
            <a:r>
              <a:rPr lang="en-US" sz="1900" b="0">
                <a:solidFill>
                  <a:srgbClr val="1A1A1A"/>
                </a:solidFill>
                <a:latin typeface="Calibri"/>
              </a:rPr>
              <a:t>Study scope: scheduled maintenance without operational constraints.</a:t>
            </a:r>
            <a:endParaRPr sz="1900" b="0" dirty="0">
              <a:solidFill>
                <a:srgbClr val="1A1A1A"/>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CANDIDATE METHOD</a:t>
            </a:r>
            <a:endParaRPr sz="1500" b="1">
              <a:solidFill>
                <a:srgbClr val="000000"/>
              </a:solidFill>
              <a:latin typeface="Calibri"/>
            </a:endParaRPr>
          </a:p>
        </p:txBody>
      </p:sp>
      <p:sp>
        <p:nvSpPr>
          <p:cNvPr id="5" name="TextBox 4"/>
          <p:cNvSpPr txBox="1"/>
          <p:nvPr/>
        </p:nvSpPr>
        <p:spPr>
          <a:xfrm>
            <a:off x="457200" y="533399"/>
            <a:ext cx="11277600" cy="660400"/>
          </a:xfrm>
          <a:prstGeom prst="rect">
            <a:avLst/>
          </a:prstGeom>
          <a:noFill/>
        </p:spPr>
        <p:txBody>
          <a:bodyPr wrap="square">
            <a:noAutofit/>
          </a:bodyPr>
          <a:lstStyle/>
          <a:p>
            <a:pPr algn="l"/>
            <a:r>
              <a:rPr lang="en-US" sz="3200" b="1">
                <a:solidFill>
                  <a:srgbClr val="000000"/>
                </a:solidFill>
                <a:latin typeface="Calibri"/>
              </a:rPr>
              <a:t>Basin-hopping with tabu polish</a:t>
            </a:r>
            <a:endParaRPr sz="3200" b="1">
              <a:solidFill>
                <a:srgbClr val="000000"/>
              </a:solidFill>
              <a:latin typeface="Calibri"/>
            </a:endParaRPr>
          </a:p>
        </p:txBody>
      </p:sp>
      <p:sp>
        <p:nvSpPr>
          <p:cNvPr id="6" name="Rounded Rectangle 5"/>
          <p:cNvSpPr/>
          <p:nvPr/>
        </p:nvSpPr>
        <p:spPr>
          <a:xfrm>
            <a:off x="457200" y="1188720"/>
            <a:ext cx="5486400" cy="379476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71600"/>
            <a:ext cx="5029200" cy="369332"/>
          </a:xfrm>
          <a:prstGeom prst="rect">
            <a:avLst/>
          </a:prstGeom>
          <a:noFill/>
        </p:spPr>
        <p:txBody>
          <a:bodyPr wrap="square">
            <a:noAutofit/>
          </a:bodyPr>
          <a:lstStyle/>
          <a:p>
            <a:pPr algn="l"/>
            <a:r>
              <a:rPr lang="en-US" sz="1800" b="1">
                <a:solidFill>
                  <a:srgbClr val="000000"/>
                </a:solidFill>
                <a:latin typeface="Calibri"/>
              </a:rPr>
              <a:t>Baseline search</a:t>
            </a:r>
            <a:endParaRPr sz="1800" b="1">
              <a:solidFill>
                <a:srgbClr val="000000"/>
              </a:solidFill>
              <a:latin typeface="Calibri"/>
            </a:endParaRPr>
          </a:p>
        </p:txBody>
      </p:sp>
      <p:sp>
        <p:nvSpPr>
          <p:cNvPr id="8" name="TextBox 7"/>
          <p:cNvSpPr txBox="1"/>
          <p:nvPr/>
        </p:nvSpPr>
        <p:spPr>
          <a:xfrm>
            <a:off x="685800" y="1920240"/>
            <a:ext cx="5029200" cy="1677382"/>
          </a:xfrm>
          <a:prstGeom prst="rect">
            <a:avLst/>
          </a:prstGeom>
          <a:noFill/>
        </p:spPr>
        <p:txBody>
          <a:bodyPr wrap="square">
            <a:noAutofit/>
          </a:bodyPr>
          <a:lstStyle/>
          <a:p>
            <a:pPr>
              <a:spcAft>
                <a:spcPts val="1200"/>
              </a:spcAft>
            </a:pPr>
            <a:r>
              <a:rPr lang="en-US" sz="2000" b="0">
                <a:solidFill>
                  <a:srgbClr val="111111"/>
                </a:solidFill>
                <a:latin typeface="Calibri"/>
              </a:rPr>
              <a:t>Prioritise checks on the worst days</a:t>
            </a:r>
          </a:p>
          <a:p>
            <a:pPr>
              <a:spcAft>
                <a:spcPts val="1200"/>
              </a:spcAft>
            </a:pPr>
            <a:r>
              <a:rPr lang="en-US" sz="2000" b="0">
                <a:solidFill>
                  <a:srgbClr val="111111"/>
                </a:solidFill>
                <a:latin typeface="Calibri"/>
              </a:rPr>
              <a:t>Rebuild later checks after a move</a:t>
            </a:r>
          </a:p>
          <a:p>
            <a:pPr>
              <a:spcAft>
                <a:spcPts val="1200"/>
              </a:spcAft>
            </a:pPr>
            <a:r>
              <a:rPr lang="en-US" sz="2000" b="0">
                <a:solidFill>
                  <a:srgbClr val="111111"/>
                </a:solidFill>
                <a:latin typeface="Calibri"/>
              </a:rPr>
              <a:t>Update availability incrementally</a:t>
            </a:r>
          </a:p>
          <a:p>
            <a:pPr>
              <a:spcAft>
                <a:spcPts val="1200"/>
              </a:spcAft>
            </a:pPr>
            <a:r>
              <a:rPr lang="en-US" sz="2000" b="0">
                <a:solidFill>
                  <a:srgbClr val="111111"/>
                </a:solidFill>
                <a:latin typeface="Calibri"/>
              </a:rPr>
              <a:t>Keep only improving schedules</a:t>
            </a:r>
            <a:endParaRPr lang="en-US" sz="2000" b="0" dirty="0">
              <a:solidFill>
                <a:srgbClr val="111111"/>
              </a:solidFill>
              <a:latin typeface="Calibri"/>
            </a:endParaRPr>
          </a:p>
        </p:txBody>
      </p:sp>
      <p:sp>
        <p:nvSpPr>
          <p:cNvPr id="9" name="Rounded Rectangle 8"/>
          <p:cNvSpPr/>
          <p:nvPr/>
        </p:nvSpPr>
        <p:spPr>
          <a:xfrm>
            <a:off x="6172200" y="1188720"/>
            <a:ext cx="5486400" cy="379476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371600"/>
            <a:ext cx="5029200" cy="369332"/>
          </a:xfrm>
          <a:prstGeom prst="rect">
            <a:avLst/>
          </a:prstGeom>
          <a:noFill/>
        </p:spPr>
        <p:txBody>
          <a:bodyPr wrap="square">
            <a:noAutofit/>
          </a:bodyPr>
          <a:lstStyle/>
          <a:p>
            <a:pPr algn="l"/>
            <a:r>
              <a:rPr lang="en-US" sz="1800" b="1">
                <a:solidFill>
                  <a:srgbClr val="000000"/>
                </a:solidFill>
                <a:latin typeface="Calibri"/>
              </a:rPr>
              <a:t>Candidate search</a:t>
            </a:r>
            <a:endParaRPr sz="1800" b="1">
              <a:solidFill>
                <a:srgbClr val="000000"/>
              </a:solidFill>
              <a:latin typeface="Calibri"/>
            </a:endParaRPr>
          </a:p>
        </p:txBody>
      </p:sp>
      <p:sp>
        <p:nvSpPr>
          <p:cNvPr id="11" name="TextBox 10"/>
          <p:cNvSpPr txBox="1"/>
          <p:nvPr/>
        </p:nvSpPr>
        <p:spPr>
          <a:xfrm>
            <a:off x="6400800" y="1920240"/>
            <a:ext cx="5029200" cy="2221121"/>
          </a:xfrm>
          <a:prstGeom prst="rect">
            <a:avLst/>
          </a:prstGeom>
          <a:noFill/>
        </p:spPr>
        <p:txBody>
          <a:bodyPr wrap="square">
            <a:noAutofit/>
          </a:bodyPr>
          <a:lstStyle/>
          <a:p>
            <a:pPr>
              <a:spcAft>
                <a:spcPts val="1200"/>
              </a:spcAft>
            </a:pPr>
            <a:r>
              <a:rPr lang="en-US" sz="2000">
                <a:solidFill>
                  <a:srgbClr val="111111"/>
                </a:solidFill>
                <a:latin typeface="Calibri" panose="020F0502020204030204" pitchFamily="34" charset="0"/>
              </a:rPr>
              <a:t>Start from a polished hill-climb schedule</a:t>
            </a:r>
          </a:p>
          <a:p>
            <a:pPr>
              <a:spcAft>
                <a:spcPts val="1200"/>
              </a:spcAft>
            </a:pPr>
            <a:r>
              <a:rPr lang="en-US" sz="2000">
                <a:solidFill>
                  <a:srgbClr val="111111"/>
                </a:solidFill>
                <a:latin typeface="Calibri" panose="020F0502020204030204" pitchFamily="34" charset="0"/>
              </a:rPr>
              <a:t>Perturb the schedule to leave a local optimum</a:t>
            </a:r>
          </a:p>
          <a:p>
            <a:pPr>
              <a:spcAft>
                <a:spcPts val="1200"/>
              </a:spcAft>
            </a:pPr>
            <a:r>
              <a:rPr lang="en-US" sz="2000">
                <a:solidFill>
                  <a:srgbClr val="111111"/>
                </a:solidFill>
                <a:latin typeface="Calibri" panose="020F0502020204030204" pitchFamily="34" charset="0"/>
              </a:rPr>
              <a:t>Use tabu polish to refine the new schedule</a:t>
            </a:r>
          </a:p>
          <a:p>
            <a:pPr>
              <a:spcAft>
                <a:spcPts val="1200"/>
              </a:spcAft>
            </a:pPr>
            <a:r>
              <a:rPr lang="en-US" sz="2000">
                <a:solidFill>
                  <a:srgbClr val="111111"/>
                </a:solidFill>
                <a:latin typeface="Calibri" panose="020F0502020204030204" pitchFamily="34" charset="0"/>
              </a:rPr>
              <a:t>Accept worse basins by temperature</a:t>
            </a:r>
          </a:p>
          <a:p>
            <a:pPr>
              <a:spcAft>
                <a:spcPts val="1200"/>
              </a:spcAft>
            </a:pPr>
            <a:r>
              <a:rPr lang="en-US" sz="2000">
                <a:solidFill>
                  <a:srgbClr val="111111"/>
                </a:solidFill>
                <a:latin typeface="Calibri" panose="020F0502020204030204" pitchFamily="34" charset="0"/>
              </a:rPr>
              <a:t>Return the best-so-far schedule</a:t>
            </a:r>
            <a:endParaRPr sz="2000" dirty="0">
              <a:solidFill>
                <a:srgbClr val="111111"/>
              </a:solidFill>
              <a:latin typeface="Calibri" panose="020F0502020204030204" pitchFamily="34" charset="0"/>
            </a:endParaRPr>
          </a:p>
        </p:txBody>
      </p:sp>
      <p:sp>
        <p:nvSpPr>
          <p:cNvPr id="12" name="Rounded Rectangle 11"/>
          <p:cNvSpPr/>
          <p:nvPr/>
        </p:nvSpPr>
        <p:spPr>
          <a:xfrm>
            <a:off x="457200" y="5166360"/>
            <a:ext cx="11247120" cy="1188720"/>
          </a:xfrm>
          <a:prstGeom prst="round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5440680"/>
            <a:ext cx="10698480" cy="384721"/>
          </a:xfrm>
          <a:prstGeom prst="rect">
            <a:avLst/>
          </a:prstGeom>
          <a:noFill/>
        </p:spPr>
        <p:txBody>
          <a:bodyPr wrap="square">
            <a:noAutofit/>
          </a:bodyPr>
          <a:lstStyle/>
          <a:p>
            <a:pPr algn="l"/>
            <a:r>
              <a:rPr lang="en-US" sz="2000" b="1">
                <a:solidFill>
                  <a:srgbClr val="000000"/>
                </a:solidFill>
                <a:latin typeface="Calibri"/>
              </a:rPr>
              <a:t>Classic single-chain simulated annealing remains an earlier ablation</a:t>
            </a:r>
            <a:endParaRPr sz="2000" b="1">
              <a:solidFill>
                <a:srgbClr val="000000"/>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099"/>
            <a:ext cx="11277600" cy="317500"/>
          </a:xfrm>
          <a:prstGeom prst="rect">
            <a:avLst/>
          </a:prstGeom>
          <a:noFill/>
        </p:spPr>
        <p:txBody>
          <a:bodyPr wrap="square">
            <a:noAutofit/>
          </a:bodyPr>
          <a:lstStyle/>
          <a:p>
            <a:pPr algn="l"/>
            <a:r>
              <a:rPr lang="en-AU" sz="1500" b="1">
                <a:solidFill>
                  <a:srgbClr val="000000"/>
                </a:solidFill>
                <a:latin typeface="Calibri" panose="020F0502020204030204" pitchFamily="34" charset="0"/>
              </a:rPr>
              <a:t>ACCEPTANCE AND TESTING</a:t>
            </a:r>
            <a:endParaRPr sz="1500" b="1">
              <a:solidFill>
                <a:srgbClr val="000000"/>
              </a:solidFill>
              <a:latin typeface="Calibri" panose="020F0502020204030204" pitchFamily="34" charset="0"/>
            </a:endParaRPr>
          </a:p>
        </p:txBody>
      </p:sp>
      <p:sp>
        <p:nvSpPr>
          <p:cNvPr id="5" name="TextBox 4"/>
          <p:cNvSpPr txBox="1"/>
          <p:nvPr/>
        </p:nvSpPr>
        <p:spPr>
          <a:xfrm>
            <a:off x="457200" y="533399"/>
            <a:ext cx="11277600" cy="660400"/>
          </a:xfrm>
          <a:prstGeom prst="rect">
            <a:avLst/>
          </a:prstGeom>
          <a:noFill/>
        </p:spPr>
        <p:txBody>
          <a:bodyPr wrap="square">
            <a:noAutofit/>
          </a:bodyPr>
          <a:lstStyle/>
          <a:p>
            <a:pPr algn="l"/>
            <a:r>
              <a:rPr lang="en-US" sz="3200" b="1">
                <a:solidFill>
                  <a:srgbClr val="000000"/>
                </a:solidFill>
                <a:latin typeface="Calibri" panose="020F0502020204030204" pitchFamily="34" charset="0"/>
              </a:rPr>
              <a:t>Temporary setbacks with best-so-far reporting</a:t>
            </a:r>
            <a:endParaRPr sz="3200" b="1" dirty="0">
              <a:solidFill>
                <a:srgbClr val="000000"/>
              </a:solidFill>
              <a:latin typeface="Calibri" panose="020F0502020204030204" pitchFamily="34" charset="0"/>
            </a:endParaRPr>
          </a:p>
        </p:txBody>
      </p:sp>
      <p:sp>
        <p:nvSpPr>
          <p:cNvPr id="24" name="Rectangle: Rounded Corners 23">
            <a:extLst>
              <a:ext uri="{FF2B5EF4-FFF2-40B4-BE49-F238E27FC236}">
                <a16:creationId xmlns:a16="http://schemas.microsoft.com/office/drawing/2014/main" id="{BF15418F-2D42-2747-DE78-55CDE53325C2}"/>
              </a:ext>
            </a:extLst>
          </p:cNvPr>
          <p:cNvSpPr/>
          <p:nvPr/>
        </p:nvSpPr>
        <p:spPr>
          <a:xfrm>
            <a:off x="457200" y="1143000"/>
            <a:ext cx="3619500" cy="2730500"/>
          </a:xfrm>
          <a:prstGeom prst="roundRect">
            <a:avLst/>
          </a:prstGeom>
          <a:solidFill>
            <a:srgbClr val="F0F0F0"/>
          </a:solidFill>
          <a:ln w="12700">
            <a:solidFill>
              <a:srgbClr val="B0B0B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5" name="Rectangle: Rounded Corners 24">
            <a:extLst>
              <a:ext uri="{FF2B5EF4-FFF2-40B4-BE49-F238E27FC236}">
                <a16:creationId xmlns:a16="http://schemas.microsoft.com/office/drawing/2014/main" id="{4EC31053-EEC7-68A6-5E82-6989DEF74D08}"/>
              </a:ext>
            </a:extLst>
          </p:cNvPr>
          <p:cNvSpPr/>
          <p:nvPr/>
        </p:nvSpPr>
        <p:spPr>
          <a:xfrm>
            <a:off x="4292600" y="1143000"/>
            <a:ext cx="3619500" cy="2730500"/>
          </a:xfrm>
          <a:prstGeom prst="roundRect">
            <a:avLst/>
          </a:prstGeom>
          <a:solidFill>
            <a:srgbClr val="F0F0F0"/>
          </a:solidFill>
          <a:ln w="12700">
            <a:solidFill>
              <a:srgbClr val="B0B0B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6" name="Rectangle: Rounded Corners 25">
            <a:extLst>
              <a:ext uri="{FF2B5EF4-FFF2-40B4-BE49-F238E27FC236}">
                <a16:creationId xmlns:a16="http://schemas.microsoft.com/office/drawing/2014/main" id="{165BF4D5-F018-F1F2-FED1-776688D106F4}"/>
              </a:ext>
            </a:extLst>
          </p:cNvPr>
          <p:cNvSpPr/>
          <p:nvPr/>
        </p:nvSpPr>
        <p:spPr>
          <a:xfrm>
            <a:off x="8128000" y="1143000"/>
            <a:ext cx="3619500" cy="2730500"/>
          </a:xfrm>
          <a:prstGeom prst="roundRect">
            <a:avLst/>
          </a:prstGeom>
          <a:solidFill>
            <a:srgbClr val="F0F0F0"/>
          </a:solidFill>
          <a:ln w="12700">
            <a:solidFill>
              <a:srgbClr val="B0B0B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7" name="Rectangle: Rounded Corners 26">
            <a:extLst>
              <a:ext uri="{FF2B5EF4-FFF2-40B4-BE49-F238E27FC236}">
                <a16:creationId xmlns:a16="http://schemas.microsoft.com/office/drawing/2014/main" id="{87B15491-75D8-05EF-CF63-0A9C894FF1BC}"/>
              </a:ext>
            </a:extLst>
          </p:cNvPr>
          <p:cNvSpPr/>
          <p:nvPr/>
        </p:nvSpPr>
        <p:spPr>
          <a:xfrm>
            <a:off x="457200" y="4127500"/>
            <a:ext cx="11303000" cy="2222500"/>
          </a:xfrm>
          <a:prstGeom prst="roundRect">
            <a:avLst/>
          </a:prstGeom>
          <a:solidFill>
            <a:srgbClr val="FFFFFF"/>
          </a:solidFill>
          <a:ln w="12700">
            <a:solidFill>
              <a:srgbClr val="0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8" name="TextBox 27">
            <a:extLst>
              <a:ext uri="{FF2B5EF4-FFF2-40B4-BE49-F238E27FC236}">
                <a16:creationId xmlns:a16="http://schemas.microsoft.com/office/drawing/2014/main" id="{0DC6CFA9-0344-FB40-2334-7CF54CCFE2A2}"/>
              </a:ext>
            </a:extLst>
          </p:cNvPr>
          <p:cNvSpPr txBox="1"/>
          <p:nvPr/>
        </p:nvSpPr>
        <p:spPr>
          <a:xfrm>
            <a:off x="660400" y="1295400"/>
            <a:ext cx="3238500" cy="369332"/>
          </a:xfrm>
          <a:prstGeom prst="rect">
            <a:avLst/>
          </a:prstGeom>
          <a:noFill/>
        </p:spPr>
        <p:txBody>
          <a:bodyPr vert="horz" rtlCol="0">
            <a:noAutofit/>
          </a:bodyPr>
          <a:lstStyle/>
          <a:p>
            <a:r>
              <a:rPr lang="en-AU" b="1">
                <a:solidFill>
                  <a:srgbClr val="000000"/>
                </a:solidFill>
                <a:latin typeface="Calibri" panose="020F0502020204030204" pitchFamily="34" charset="0"/>
              </a:rPr>
              <a:t>Candidate acceptance</a:t>
            </a:r>
          </a:p>
        </p:txBody>
      </p:sp>
      <p:sp>
        <p:nvSpPr>
          <p:cNvPr id="29" name="TextBox 28">
            <a:extLst>
              <a:ext uri="{FF2B5EF4-FFF2-40B4-BE49-F238E27FC236}">
                <a16:creationId xmlns:a16="http://schemas.microsoft.com/office/drawing/2014/main" id="{72713E3B-DE73-3B19-9B0C-92EAF6752314}"/>
              </a:ext>
            </a:extLst>
          </p:cNvPr>
          <p:cNvSpPr txBox="1"/>
          <p:nvPr/>
        </p:nvSpPr>
        <p:spPr>
          <a:xfrm>
            <a:off x="660400" y="1752598"/>
            <a:ext cx="3238500" cy="1841500"/>
          </a:xfrm>
          <a:prstGeom prst="rect">
            <a:avLst/>
          </a:prstGeom>
          <a:noFill/>
        </p:spPr>
        <p:txBody>
          <a:bodyPr vert="horz" rtlCol="0">
            <a:noAutofit/>
          </a:bodyPr>
          <a:lstStyle/>
          <a:p>
            <a:r>
              <a:rPr lang="en-US">
                <a:solidFill>
                  <a:srgbClr val="1A1A1A"/>
                </a:solidFill>
                <a:latin typeface="Calibri" panose="020F0502020204030204" pitchFamily="34" charset="0"/>
              </a:rPr>
              <a:t>Temperature can accept a worse schedule, including a lower worst day. These moves become rarer as the search cools.</a:t>
            </a:r>
            <a:endParaRPr lang="en-AU">
              <a:solidFill>
                <a:srgbClr val="1A1A1A"/>
              </a:solidFill>
              <a:latin typeface="Calibri" panose="020F0502020204030204" pitchFamily="34" charset="0"/>
            </a:endParaRPr>
          </a:p>
        </p:txBody>
      </p:sp>
      <p:sp>
        <p:nvSpPr>
          <p:cNvPr id="30" name="TextBox 29">
            <a:extLst>
              <a:ext uri="{FF2B5EF4-FFF2-40B4-BE49-F238E27FC236}">
                <a16:creationId xmlns:a16="http://schemas.microsoft.com/office/drawing/2014/main" id="{A8447509-304A-2E89-073C-5DF9C6190F67}"/>
              </a:ext>
            </a:extLst>
          </p:cNvPr>
          <p:cNvSpPr txBox="1"/>
          <p:nvPr/>
        </p:nvSpPr>
        <p:spPr>
          <a:xfrm>
            <a:off x="4495800" y="1295400"/>
            <a:ext cx="3238500" cy="369332"/>
          </a:xfrm>
          <a:prstGeom prst="rect">
            <a:avLst/>
          </a:prstGeom>
          <a:noFill/>
        </p:spPr>
        <p:txBody>
          <a:bodyPr vert="horz" rtlCol="0">
            <a:noAutofit/>
          </a:bodyPr>
          <a:lstStyle/>
          <a:p>
            <a:r>
              <a:rPr lang="en-AU" b="1">
                <a:solidFill>
                  <a:srgbClr val="000000"/>
                </a:solidFill>
                <a:latin typeface="Calibri" panose="020F0502020204030204" pitchFamily="34" charset="0"/>
              </a:rPr>
              <a:t>Tightened fallback</a:t>
            </a:r>
          </a:p>
        </p:txBody>
      </p:sp>
      <p:sp>
        <p:nvSpPr>
          <p:cNvPr id="31" name="TextBox 30">
            <a:extLst>
              <a:ext uri="{FF2B5EF4-FFF2-40B4-BE49-F238E27FC236}">
                <a16:creationId xmlns:a16="http://schemas.microsoft.com/office/drawing/2014/main" id="{63502A3C-4E28-97BB-30C1-1BE281D678A4}"/>
              </a:ext>
            </a:extLst>
          </p:cNvPr>
          <p:cNvSpPr txBox="1"/>
          <p:nvPr/>
        </p:nvSpPr>
        <p:spPr>
          <a:xfrm>
            <a:off x="4495800" y="1752599"/>
            <a:ext cx="3238500" cy="1841500"/>
          </a:xfrm>
          <a:prstGeom prst="rect">
            <a:avLst/>
          </a:prstGeom>
          <a:noFill/>
        </p:spPr>
        <p:txBody>
          <a:bodyPr vert="horz" rtlCol="0">
            <a:noAutofit/>
          </a:bodyPr>
          <a:lstStyle/>
          <a:p>
            <a:r>
              <a:rPr lang="en-US">
                <a:solidFill>
                  <a:srgbClr val="1A1A1A"/>
                </a:solidFill>
                <a:latin typeface="Calibri" panose="020F0502020204030204" pitchFamily="34" charset="0"/>
              </a:rPr>
              <a:t>Reject every move that lowers worst-day availability. Anneal only when the worst day is unchanged.</a:t>
            </a:r>
            <a:endParaRPr lang="en-AU" dirty="0">
              <a:solidFill>
                <a:srgbClr val="1A1A1A"/>
              </a:solidFill>
              <a:latin typeface="Calibri" panose="020F0502020204030204" pitchFamily="34" charset="0"/>
            </a:endParaRPr>
          </a:p>
        </p:txBody>
      </p:sp>
      <p:sp>
        <p:nvSpPr>
          <p:cNvPr id="32" name="TextBox 31">
            <a:extLst>
              <a:ext uri="{FF2B5EF4-FFF2-40B4-BE49-F238E27FC236}">
                <a16:creationId xmlns:a16="http://schemas.microsoft.com/office/drawing/2014/main" id="{D0FA4110-8A91-FE3B-1AC9-B9F49D2EC052}"/>
              </a:ext>
            </a:extLst>
          </p:cNvPr>
          <p:cNvSpPr txBox="1"/>
          <p:nvPr/>
        </p:nvSpPr>
        <p:spPr>
          <a:xfrm>
            <a:off x="8331200" y="1295400"/>
            <a:ext cx="3238500" cy="369332"/>
          </a:xfrm>
          <a:prstGeom prst="rect">
            <a:avLst/>
          </a:prstGeom>
          <a:noFill/>
        </p:spPr>
        <p:txBody>
          <a:bodyPr vert="horz" rtlCol="0">
            <a:noAutofit/>
          </a:bodyPr>
          <a:lstStyle/>
          <a:p>
            <a:r>
              <a:rPr lang="en-AU" b="1">
                <a:solidFill>
                  <a:srgbClr val="000000"/>
                </a:solidFill>
                <a:latin typeface="Calibri" panose="020F0502020204030204" pitchFamily="34" charset="0"/>
              </a:rPr>
              <a:t>Reported result</a:t>
            </a:r>
            <a:endParaRPr lang="en-AU" b="1" dirty="0">
              <a:solidFill>
                <a:srgbClr val="000000"/>
              </a:solidFill>
              <a:latin typeface="Calibri" panose="020F0502020204030204" pitchFamily="34" charset="0"/>
            </a:endParaRPr>
          </a:p>
        </p:txBody>
      </p:sp>
      <p:sp>
        <p:nvSpPr>
          <p:cNvPr id="33" name="TextBox 32">
            <a:extLst>
              <a:ext uri="{FF2B5EF4-FFF2-40B4-BE49-F238E27FC236}">
                <a16:creationId xmlns:a16="http://schemas.microsoft.com/office/drawing/2014/main" id="{4DE97C71-71AF-5B1C-3687-833E5F5AACDD}"/>
              </a:ext>
            </a:extLst>
          </p:cNvPr>
          <p:cNvSpPr txBox="1"/>
          <p:nvPr/>
        </p:nvSpPr>
        <p:spPr>
          <a:xfrm>
            <a:off x="8331200" y="1752600"/>
            <a:ext cx="3238500" cy="1841500"/>
          </a:xfrm>
          <a:prstGeom prst="rect">
            <a:avLst/>
          </a:prstGeom>
          <a:noFill/>
        </p:spPr>
        <p:txBody>
          <a:bodyPr vert="horz" rtlCol="0">
            <a:noAutofit/>
          </a:bodyPr>
          <a:lstStyle/>
          <a:p>
            <a:r>
              <a:rPr lang="en-US">
                <a:solidFill>
                  <a:srgbClr val="1A1A1A"/>
                </a:solidFill>
                <a:latin typeface="Calibri" panose="020F0502020204030204" pitchFamily="34" charset="0"/>
              </a:rPr>
              <a:t>Always return the best-so-far schedule. Temporary deterioration never replaces the best result.</a:t>
            </a:r>
            <a:endParaRPr lang="en-AU" dirty="0">
              <a:solidFill>
                <a:srgbClr val="1A1A1A"/>
              </a:solidFill>
              <a:latin typeface="Calibri" panose="020F0502020204030204" pitchFamily="34" charset="0"/>
            </a:endParaRPr>
          </a:p>
        </p:txBody>
      </p:sp>
      <p:sp>
        <p:nvSpPr>
          <p:cNvPr id="34" name="TextBox 33">
            <a:extLst>
              <a:ext uri="{FF2B5EF4-FFF2-40B4-BE49-F238E27FC236}">
                <a16:creationId xmlns:a16="http://schemas.microsoft.com/office/drawing/2014/main" id="{F0CD6319-A1F3-3BBF-0E99-55774EAFF1EC}"/>
              </a:ext>
            </a:extLst>
          </p:cNvPr>
          <p:cNvSpPr txBox="1"/>
          <p:nvPr/>
        </p:nvSpPr>
        <p:spPr>
          <a:xfrm>
            <a:off x="698500" y="4292600"/>
            <a:ext cx="10795000" cy="369332"/>
          </a:xfrm>
          <a:prstGeom prst="rect">
            <a:avLst/>
          </a:prstGeom>
          <a:noFill/>
        </p:spPr>
        <p:txBody>
          <a:bodyPr vert="horz" rtlCol="0">
            <a:noAutofit/>
          </a:bodyPr>
          <a:lstStyle/>
          <a:p>
            <a:r>
              <a:rPr lang="en-US" b="1">
                <a:solidFill>
                  <a:srgbClr val="000000"/>
                </a:solidFill>
                <a:latin typeface="Calibri" panose="020F0502020204030204" pitchFamily="34" charset="0"/>
              </a:rPr>
              <a:t>Matched comparison and keep rule</a:t>
            </a:r>
            <a:endParaRPr lang="en-AU" b="1">
              <a:solidFill>
                <a:srgbClr val="000000"/>
              </a:solidFill>
              <a:latin typeface="Calibri" panose="020F0502020204030204" pitchFamily="34" charset="0"/>
            </a:endParaRPr>
          </a:p>
        </p:txBody>
      </p:sp>
      <p:sp>
        <p:nvSpPr>
          <p:cNvPr id="35" name="TextBox 34">
            <a:extLst>
              <a:ext uri="{FF2B5EF4-FFF2-40B4-BE49-F238E27FC236}">
                <a16:creationId xmlns:a16="http://schemas.microsoft.com/office/drawing/2014/main" id="{AFFC559B-5CFD-2504-02D3-C586E044DEB6}"/>
              </a:ext>
            </a:extLst>
          </p:cNvPr>
          <p:cNvSpPr txBox="1"/>
          <p:nvPr/>
        </p:nvSpPr>
        <p:spPr>
          <a:xfrm>
            <a:off x="698500" y="4724398"/>
            <a:ext cx="10795000" cy="977900"/>
          </a:xfrm>
          <a:prstGeom prst="rect">
            <a:avLst/>
          </a:prstGeom>
          <a:noFill/>
        </p:spPr>
        <p:txBody>
          <a:bodyPr vert="horz" rtlCol="0">
            <a:noAutofit/>
          </a:bodyPr>
          <a:lstStyle/>
          <a:p>
            <a:r>
              <a:rPr lang="en-US" sz="1700">
                <a:solidFill>
                  <a:srgbClr val="1A1A1A"/>
                </a:solidFill>
                <a:latin typeface="Calibri" panose="020F0502020204030204" pitchFamily="34" charset="0"/>
              </a:rPr>
              <a:t>Same input and half-step neighbourhoods. Report the median of seeds 1–3. Keep only if all seeds retain 18 aircraft, smoothness improves by at least 0.005, and median runtime stays within 300 seconds.</a:t>
            </a:r>
            <a:endParaRPr lang="en-AU" sz="1700" dirty="0">
              <a:solidFill>
                <a:srgbClr val="1A1A1A"/>
              </a:solidFill>
              <a:latin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METHOD COMPARISON</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Basin-hopping did not meet the keep rule</a:t>
            </a:r>
            <a:endParaRPr sz="3200" b="1">
              <a:solidFill>
                <a:srgbClr val="000000"/>
              </a:solidFill>
              <a:latin typeface="Calibri"/>
            </a:endParaRPr>
          </a:p>
        </p:txBody>
      </p:sp>
      <p:graphicFrame>
        <p:nvGraphicFramePr>
          <p:cNvPr id="15" name="Method results">
            <a:extLst>
              <a:ext uri="{FF2B5EF4-FFF2-40B4-BE49-F238E27FC236}">
                <a16:creationId xmlns:a16="http://schemas.microsoft.com/office/drawing/2014/main" id="{CD681E3F-FD85-D410-57D3-F3F256E76129}"/>
              </a:ext>
            </a:extLst>
          </p:cNvPr>
          <p:cNvGraphicFramePr>
            <a:graphicFrameLocks noGrp="1"/>
          </p:cNvGraphicFramePr>
          <p:nvPr>
            <p:extLst>
              <p:ext uri="{D42A27DB-BD31-4B8C-83A1-F6EECF244321}">
                <p14:modId xmlns:p14="http://schemas.microsoft.com/office/powerpoint/2010/main" val="2232131104"/>
              </p:ext>
            </p:extLst>
          </p:nvPr>
        </p:nvGraphicFramePr>
        <p:xfrm>
          <a:off x="457200" y="1727200"/>
          <a:ext cx="11277600" cy="2794000"/>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3404174873"/>
                    </a:ext>
                  </a:extLst>
                </a:gridCol>
                <a:gridCol w="1778000">
                  <a:extLst>
                    <a:ext uri="{9D8B030D-6E8A-4147-A177-3AD203B41FA5}">
                      <a16:colId xmlns:a16="http://schemas.microsoft.com/office/drawing/2014/main" val="275785731"/>
                    </a:ext>
                  </a:extLst>
                </a:gridCol>
                <a:gridCol w="2590800">
                  <a:extLst>
                    <a:ext uri="{9D8B030D-6E8A-4147-A177-3AD203B41FA5}">
                      <a16:colId xmlns:a16="http://schemas.microsoft.com/office/drawing/2014/main" val="815515899"/>
                    </a:ext>
                  </a:extLst>
                </a:gridCol>
                <a:gridCol w="2590800">
                  <a:extLst>
                    <a:ext uri="{9D8B030D-6E8A-4147-A177-3AD203B41FA5}">
                      <a16:colId xmlns:a16="http://schemas.microsoft.com/office/drawing/2014/main" val="4253128408"/>
                    </a:ext>
                  </a:extLst>
                </a:gridCol>
              </a:tblGrid>
              <a:tr h="698500">
                <a:tc>
                  <a:txBody>
                    <a:bodyPr/>
                    <a:lstStyle/>
                    <a:p>
                      <a:pPr>
                        <a:buFontTx/>
                        <a:buNone/>
                      </a:pPr>
                      <a:r>
                        <a:rPr lang="en-AU" sz="1600" b="1">
                          <a:solidFill>
                            <a:srgbClr val="FFFFFF"/>
                          </a:solidFill>
                          <a:latin typeface="Calibri" panose="020F0502020204030204" pitchFamily="34" charset="0"/>
                        </a:rPr>
                        <a:t>Method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Std deviation</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Runtime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extLst>
                  <a:ext uri="{0D108BD9-81ED-4DB2-BD59-A6C34878D82A}">
                    <a16:rowId xmlns:a16="http://schemas.microsoft.com/office/drawing/2014/main" val="2124153373"/>
                  </a:ext>
                </a:extLst>
              </a:tr>
              <a:tr h="698500">
                <a:tc>
                  <a:txBody>
                    <a:bodyPr/>
                    <a:lstStyle/>
                    <a:p>
                      <a:pPr>
                        <a:buFontTx/>
                        <a:buNone/>
                      </a:pPr>
                      <a:r>
                        <a:rPr lang="en-AU" sz="2000" b="0">
                          <a:solidFill>
                            <a:srgbClr val="000000"/>
                          </a:solidFill>
                          <a:latin typeface="Calibri" panose="020F0502020204030204" pitchFamily="34" charset="0"/>
                        </a:rPr>
                        <a:t>Tuned hill-climb</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1.391860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115.6 s</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2458311624"/>
                  </a:ext>
                </a:extLst>
              </a:tr>
              <a:tr h="698500">
                <a:tc>
                  <a:txBody>
                    <a:bodyPr/>
                    <a:lstStyle/>
                    <a:p>
                      <a:pPr>
                        <a:buFontTx/>
                        <a:buNone/>
                      </a:pPr>
                      <a:r>
                        <a:rPr lang="en-AU" sz="2000" b="0">
                          <a:solidFill>
                            <a:srgbClr val="000000"/>
                          </a:solidFill>
                          <a:latin typeface="Calibri" panose="020F0502020204030204" pitchFamily="34" charset="0"/>
                        </a:rPr>
                        <a:t>Basin-hopping median</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1.390417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306.3 s</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extLst>
                  <a:ext uri="{0D108BD9-81ED-4DB2-BD59-A6C34878D82A}">
                    <a16:rowId xmlns:a16="http://schemas.microsoft.com/office/drawing/2014/main" val="4240172694"/>
                  </a:ext>
                </a:extLst>
              </a:tr>
              <a:tr h="698500">
                <a:tc>
                  <a:txBody>
                    <a:bodyPr/>
                    <a:lstStyle/>
                    <a:p>
                      <a:pPr>
                        <a:buFontTx/>
                        <a:buNone/>
                      </a:pPr>
                      <a:r>
                        <a:rPr lang="en-AU" sz="2000" b="0">
                          <a:solidFill>
                            <a:srgbClr val="000000"/>
                          </a:solidFill>
                          <a:latin typeface="Calibri" panose="020F0502020204030204" pitchFamily="34" charset="0"/>
                        </a:rPr>
                        <a:t>Tightened median</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1.391860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63.5 s</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1615045474"/>
                  </a:ext>
                </a:extLst>
              </a:tr>
            </a:tbl>
          </a:graphicData>
        </a:graphic>
      </p:graphicFrame>
      <p:sp>
        <p:nvSpPr>
          <p:cNvPr id="16" name="Decision finding">
            <a:extLst>
              <a:ext uri="{FF2B5EF4-FFF2-40B4-BE49-F238E27FC236}">
                <a16:creationId xmlns:a16="http://schemas.microsoft.com/office/drawing/2014/main" id="{03764756-E802-0138-69BF-2D283926E903}"/>
              </a:ext>
            </a:extLst>
          </p:cNvPr>
          <p:cNvSpPr txBox="1"/>
          <p:nvPr/>
        </p:nvSpPr>
        <p:spPr>
          <a:xfrm>
            <a:off x="533400" y="4864100"/>
            <a:ext cx="11112500" cy="323165"/>
          </a:xfrm>
          <a:prstGeom prst="rect">
            <a:avLst/>
          </a:prstGeom>
          <a:noFill/>
        </p:spPr>
        <p:txBody>
          <a:bodyPr vert="horz" lIns="0" tIns="0" rIns="0" bIns="0" rtlCol="0">
            <a:noAutofit/>
          </a:bodyPr>
          <a:lstStyle/>
          <a:p>
            <a:r>
              <a:rPr lang="en-US" sz="2100" b="1">
                <a:solidFill>
                  <a:srgbClr val="000000"/>
                </a:solidFill>
                <a:latin typeface="Calibri" panose="020F0502020204030204" pitchFamily="34" charset="0"/>
              </a:rPr>
              <a:t>Smoothness gain: 0.00144 against a 0.005 threshold. Median runtime exceeded 300 s.</a:t>
            </a:r>
            <a:endParaRPr lang="en-AU" sz="2100" b="1">
              <a:solidFill>
                <a:srgbClr val="000000"/>
              </a:solidFill>
              <a:latin typeface="Calibri" panose="020F0502020204030204" pitchFamily="34" charset="0"/>
            </a:endParaRPr>
          </a:p>
        </p:txBody>
      </p:sp>
      <p:sp>
        <p:nvSpPr>
          <p:cNvPr id="17" name="Decision context">
            <a:extLst>
              <a:ext uri="{FF2B5EF4-FFF2-40B4-BE49-F238E27FC236}">
                <a16:creationId xmlns:a16="http://schemas.microsoft.com/office/drawing/2014/main" id="{2D701409-90CA-A5CD-FDBC-FDDC0A2A9CB0}"/>
              </a:ext>
            </a:extLst>
          </p:cNvPr>
          <p:cNvSpPr txBox="1"/>
          <p:nvPr/>
        </p:nvSpPr>
        <p:spPr>
          <a:xfrm>
            <a:off x="533400" y="5905500"/>
            <a:ext cx="11112500" cy="246221"/>
          </a:xfrm>
          <a:prstGeom prst="rect">
            <a:avLst/>
          </a:prstGeom>
          <a:noFill/>
        </p:spPr>
        <p:txBody>
          <a:bodyPr vert="horz" lIns="0" tIns="0" rIns="0" bIns="0" rtlCol="0">
            <a:noAutofit/>
          </a:bodyPr>
          <a:lstStyle/>
          <a:p>
            <a:r>
              <a:rPr lang="en-US" sz="1600">
                <a:solidFill>
                  <a:srgbClr val="000000"/>
                </a:solidFill>
                <a:latin typeface="Calibri" panose="020F0502020204030204" pitchFamily="34" charset="0"/>
              </a:rPr>
              <a:t>Earlier decision benchmark. Candidate seeds 1–3. Two candidate runs reached the time budget.</a:t>
            </a:r>
            <a:endParaRPr lang="en-AU" sz="1600">
              <a:solidFill>
                <a:srgbClr val="000000"/>
              </a:solidFill>
              <a:latin typeface="Calibri" panose="020F0502020204030204" pitchFamily="34" charset="0"/>
            </a:endParaRPr>
          </a:p>
        </p:txBody>
      </p:sp>
    </p:spTree>
    <p:extLst>
      <p:ext uri="{BB962C8B-B14F-4D97-AF65-F5344CB8AC3E}">
        <p14:creationId xmlns:p14="http://schemas.microsoft.com/office/powerpoint/2010/main" val="2829286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CONTROLLED START SCHEDULES</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The as-loaded start finished smoothest</a:t>
            </a:r>
            <a:endParaRPr sz="3200" b="1">
              <a:solidFill>
                <a:srgbClr val="000000"/>
              </a:solidFill>
              <a:latin typeface="Calibri"/>
            </a:endParaRPr>
          </a:p>
        </p:txBody>
      </p:sp>
      <p:graphicFrame>
        <p:nvGraphicFramePr>
          <p:cNvPr id="15" name="Start schedule results">
            <a:extLst>
              <a:ext uri="{FF2B5EF4-FFF2-40B4-BE49-F238E27FC236}">
                <a16:creationId xmlns:a16="http://schemas.microsoft.com/office/drawing/2014/main" id="{85071843-9FD9-E62E-BD68-CEB78729605C}"/>
              </a:ext>
            </a:extLst>
          </p:cNvPr>
          <p:cNvGraphicFramePr>
            <a:graphicFrameLocks noGrp="1"/>
          </p:cNvGraphicFramePr>
          <p:nvPr>
            <p:extLst>
              <p:ext uri="{D42A27DB-BD31-4B8C-83A1-F6EECF244321}">
                <p14:modId xmlns:p14="http://schemas.microsoft.com/office/powerpoint/2010/main" val="3078352271"/>
              </p:ext>
            </p:extLst>
          </p:nvPr>
        </p:nvGraphicFramePr>
        <p:xfrm>
          <a:off x="457200" y="1727200"/>
          <a:ext cx="11277600" cy="27940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1960761829"/>
                    </a:ext>
                  </a:extLst>
                </a:gridCol>
                <a:gridCol w="2413000">
                  <a:extLst>
                    <a:ext uri="{9D8B030D-6E8A-4147-A177-3AD203B41FA5}">
                      <a16:colId xmlns:a16="http://schemas.microsoft.com/office/drawing/2014/main" val="336550224"/>
                    </a:ext>
                  </a:extLst>
                </a:gridCol>
                <a:gridCol w="2413000">
                  <a:extLst>
                    <a:ext uri="{9D8B030D-6E8A-4147-A177-3AD203B41FA5}">
                      <a16:colId xmlns:a16="http://schemas.microsoft.com/office/drawing/2014/main" val="1864216480"/>
                    </a:ext>
                  </a:extLst>
                </a:gridCol>
                <a:gridCol w="3022600">
                  <a:extLst>
                    <a:ext uri="{9D8B030D-6E8A-4147-A177-3AD203B41FA5}">
                      <a16:colId xmlns:a16="http://schemas.microsoft.com/office/drawing/2014/main" val="3340908839"/>
                    </a:ext>
                  </a:extLst>
                </a:gridCol>
              </a:tblGrid>
              <a:tr h="698500">
                <a:tc>
                  <a:txBody>
                    <a:bodyPr/>
                    <a:lstStyle/>
                    <a:p>
                      <a:pPr>
                        <a:buFontTx/>
                        <a:buNone/>
                      </a:pPr>
                      <a:r>
                        <a:rPr lang="en-AU" sz="1600" b="1">
                          <a:solidFill>
                            <a:srgbClr val="FFFFFF"/>
                          </a:solidFill>
                          <a:latin typeface="Calibri" panose="020F0502020204030204" pitchFamily="34" charset="0"/>
                        </a:rPr>
                        <a:t>Start schedule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Initial 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Final 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Final std deviation</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extLst>
                  <a:ext uri="{0D108BD9-81ED-4DB2-BD59-A6C34878D82A}">
                    <a16:rowId xmlns:a16="http://schemas.microsoft.com/office/drawing/2014/main" val="2322045604"/>
                  </a:ext>
                </a:extLst>
              </a:tr>
              <a:tr h="698500">
                <a:tc>
                  <a:txBody>
                    <a:bodyPr/>
                    <a:lstStyle/>
                    <a:p>
                      <a:pPr>
                        <a:buFontTx/>
                        <a:buNone/>
                      </a:pPr>
                      <a:r>
                        <a:rPr lang="en-AU" sz="2000" b="0">
                          <a:solidFill>
                            <a:srgbClr val="000000"/>
                          </a:solidFill>
                          <a:latin typeface="Calibri" panose="020F0502020204030204" pitchFamily="34" charset="0"/>
                        </a:rPr>
                        <a:t>As-loaded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1.391860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1733797674"/>
                  </a:ext>
                </a:extLst>
              </a:tr>
              <a:tr h="698500">
                <a:tc>
                  <a:txBody>
                    <a:bodyPr/>
                    <a:lstStyle/>
                    <a:p>
                      <a:pPr>
                        <a:buFontTx/>
                        <a:buNone/>
                      </a:pPr>
                      <a:r>
                        <a:rPr lang="en-AU" sz="2000" b="0">
                          <a:solidFill>
                            <a:srgbClr val="000000"/>
                          </a:solidFill>
                          <a:latin typeface="Calibri" panose="020F0502020204030204" pitchFamily="34" charset="0"/>
                        </a:rPr>
                        <a:t>Bunched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1.404629</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extLst>
                  <a:ext uri="{0D108BD9-81ED-4DB2-BD59-A6C34878D82A}">
                    <a16:rowId xmlns:a16="http://schemas.microsoft.com/office/drawing/2014/main" val="718094041"/>
                  </a:ext>
                </a:extLst>
              </a:tr>
              <a:tr h="698500">
                <a:tc>
                  <a:txBody>
                    <a:bodyPr/>
                    <a:lstStyle/>
                    <a:p>
                      <a:pPr>
                        <a:buFontTx/>
                        <a:buNone/>
                      </a:pPr>
                      <a:r>
                        <a:rPr lang="en-AU" sz="2000" b="0">
                          <a:solidFill>
                            <a:srgbClr val="000000"/>
                          </a:solidFill>
                          <a:latin typeface="Calibri" panose="020F0502020204030204" pitchFamily="34" charset="0"/>
                        </a:rPr>
                        <a:t>Spread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1.417282</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269844776"/>
                  </a:ext>
                </a:extLst>
              </a:tr>
            </a:tbl>
          </a:graphicData>
        </a:graphic>
      </p:graphicFrame>
      <p:sp>
        <p:nvSpPr>
          <p:cNvPr id="16" name="Start finding">
            <a:extLst>
              <a:ext uri="{FF2B5EF4-FFF2-40B4-BE49-F238E27FC236}">
                <a16:creationId xmlns:a16="http://schemas.microsoft.com/office/drawing/2014/main" id="{60815032-41F6-F745-706D-6584DC6AFC25}"/>
              </a:ext>
            </a:extLst>
          </p:cNvPr>
          <p:cNvSpPr txBox="1"/>
          <p:nvPr/>
        </p:nvSpPr>
        <p:spPr>
          <a:xfrm>
            <a:off x="533400" y="4851400"/>
            <a:ext cx="11112500" cy="307777"/>
          </a:xfrm>
          <a:prstGeom prst="rect">
            <a:avLst/>
          </a:prstGeom>
          <a:noFill/>
        </p:spPr>
        <p:txBody>
          <a:bodyPr vert="horz" lIns="0" tIns="0" rIns="0" bIns="0" rtlCol="0">
            <a:noAutofit/>
          </a:bodyPr>
          <a:lstStyle/>
          <a:p>
            <a:r>
              <a:rPr lang="en-US" sz="2000" b="1">
                <a:solidFill>
                  <a:srgbClr val="000000"/>
                </a:solidFill>
                <a:latin typeface="Calibri" panose="020F0502020204030204" pitchFamily="34" charset="0"/>
              </a:rPr>
              <a:t>Same original checks and due dates. Tuned hill-climb endpoints shown.</a:t>
            </a:r>
            <a:endParaRPr lang="en-AU" sz="2000" b="1">
              <a:solidFill>
                <a:srgbClr val="000000"/>
              </a:solidFill>
              <a:latin typeface="Calibri" panose="020F0502020204030204" pitchFamily="34" charset="0"/>
            </a:endParaRPr>
          </a:p>
        </p:txBody>
      </p:sp>
      <p:sp>
        <p:nvSpPr>
          <p:cNvPr id="17" name="Start distinction">
            <a:extLst>
              <a:ext uri="{FF2B5EF4-FFF2-40B4-BE49-F238E27FC236}">
                <a16:creationId xmlns:a16="http://schemas.microsoft.com/office/drawing/2014/main" id="{79EF1278-47B2-350E-7824-41D5EF7DA597}"/>
              </a:ext>
            </a:extLst>
          </p:cNvPr>
          <p:cNvSpPr txBox="1"/>
          <p:nvPr/>
        </p:nvSpPr>
        <p:spPr>
          <a:xfrm>
            <a:off x="533400" y="5588000"/>
            <a:ext cx="11112500" cy="584775"/>
          </a:xfrm>
          <a:prstGeom prst="rect">
            <a:avLst/>
          </a:prstGeom>
          <a:noFill/>
        </p:spPr>
        <p:txBody>
          <a:bodyPr vert="horz" lIns="0" tIns="0" rIns="0" bIns="0" rtlCol="0">
            <a:noAutofit/>
          </a:bodyPr>
          <a:lstStyle/>
          <a:p>
            <a:r>
              <a:rPr lang="en-US" sz="1900">
                <a:solidFill>
                  <a:srgbClr val="000000"/>
                </a:solidFill>
                <a:latin typeface="Calibri" panose="020F0502020204030204" pitchFamily="34" charset="0"/>
              </a:rPr>
              <a:t>The later moderate and wide stagger datasets change maintenance ages and check mix. They are different problem instances.</a:t>
            </a:r>
            <a:endParaRPr lang="en-AU" sz="1900">
              <a:solidFill>
                <a:srgbClr val="000000"/>
              </a:solidFill>
              <a:latin typeface="Calibri" panose="020F0502020204030204" pitchFamily="34" charset="0"/>
            </a:endParaRPr>
          </a:p>
        </p:txBody>
      </p:sp>
    </p:spTree>
    <p:extLst>
      <p:ext uri="{BB962C8B-B14F-4D97-AF65-F5344CB8AC3E}">
        <p14:creationId xmlns:p14="http://schemas.microsoft.com/office/powerpoint/2010/main" val="2975520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HYPERPARAMETER STUDY</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58 settings across three matched forecasts</a:t>
            </a:r>
            <a:endParaRPr sz="3200" b="1">
              <a:solidFill>
                <a:srgbClr val="000000"/>
              </a:solidFill>
              <a:latin typeface="Calibri"/>
            </a:endParaRPr>
          </a:p>
        </p:txBody>
      </p:sp>
      <p:sp>
        <p:nvSpPr>
          <p:cNvPr id="6" name="Study scale">
            <a:extLst>
              <a:ext uri="{FF2B5EF4-FFF2-40B4-BE49-F238E27FC236}">
                <a16:creationId xmlns:a16="http://schemas.microsoft.com/office/drawing/2014/main" id="{DAD5F136-706B-6705-DA25-ACF65E794C81}"/>
              </a:ext>
            </a:extLst>
          </p:cNvPr>
          <p:cNvSpPr txBox="1"/>
          <p:nvPr/>
        </p:nvSpPr>
        <p:spPr>
          <a:xfrm>
            <a:off x="609600" y="1612900"/>
            <a:ext cx="10972800" cy="384721"/>
          </a:xfrm>
          <a:prstGeom prst="rect">
            <a:avLst/>
          </a:prstGeom>
          <a:noFill/>
        </p:spPr>
        <p:txBody>
          <a:bodyPr vert="horz" lIns="0" tIns="0" rIns="0" bIns="0" rtlCol="0">
            <a:noAutofit/>
          </a:bodyPr>
          <a:lstStyle/>
          <a:p>
            <a:r>
              <a:rPr lang="en-US" sz="2500" b="1">
                <a:solidFill>
                  <a:srgbClr val="000000"/>
                </a:solidFill>
                <a:latin typeface="Calibri" panose="020F0502020204030204" pitchFamily="34" charset="0"/>
              </a:rPr>
              <a:t>174 matched sweep cases, 203 completed run records</a:t>
            </a:r>
            <a:endParaRPr lang="en-AU" sz="2500" b="1">
              <a:solidFill>
                <a:srgbClr val="000000"/>
              </a:solidFill>
              <a:latin typeface="Calibri" panose="020F0502020204030204" pitchFamily="34" charset="0"/>
            </a:endParaRPr>
          </a:p>
        </p:txBody>
      </p:sp>
      <p:sp>
        <p:nvSpPr>
          <p:cNvPr id="7" name="Study content">
            <a:extLst>
              <a:ext uri="{FF2B5EF4-FFF2-40B4-BE49-F238E27FC236}">
                <a16:creationId xmlns:a16="http://schemas.microsoft.com/office/drawing/2014/main" id="{3B806650-6641-4409-B79E-B584793EA1F7}"/>
              </a:ext>
            </a:extLst>
          </p:cNvPr>
          <p:cNvSpPr txBox="1"/>
          <p:nvPr/>
        </p:nvSpPr>
        <p:spPr>
          <a:xfrm>
            <a:off x="609600" y="2438400"/>
            <a:ext cx="10972800" cy="2585323"/>
          </a:xfrm>
          <a:prstGeom prst="rect">
            <a:avLst/>
          </a:prstGeom>
          <a:noFill/>
        </p:spPr>
        <p:txBody>
          <a:bodyPr vert="horz" lIns="0" tIns="0" rIns="0" bIns="0" rtlCol="0">
            <a:noAutofit/>
          </a:bodyPr>
          <a:lstStyle/>
          <a:p>
            <a:r>
              <a:rPr lang="en-US" sz="2100">
                <a:solidFill>
                  <a:srgbClr val="000000"/>
                </a:solidFill>
                <a:latin typeface="Calibri" panose="020F0502020204030204" pitchFamily="34" charset="0"/>
              </a:rPr>
              <a:t>Settings: shift magnitudes, ladder order, priority selection and iteration budget</a:t>
            </a:r>
          </a:p>
          <a:p>
            <a:endParaRPr lang="en-US" sz="2100">
              <a:solidFill>
                <a:srgbClr val="000000"/>
              </a:solidFill>
              <a:latin typeface="Calibri" panose="020F0502020204030204" pitchFamily="34" charset="0"/>
            </a:endParaRPr>
          </a:p>
          <a:p>
            <a:r>
              <a:rPr lang="en-US" sz="2100">
                <a:solidFill>
                  <a:srgbClr val="000000"/>
                </a:solidFill>
                <a:latin typeface="Calibri" panose="020F0502020204030204" pitchFamily="34" charset="0"/>
              </a:rPr>
              <a:t>Inputs: original, moderate stagger and wide stagger forecasts</a:t>
            </a:r>
          </a:p>
          <a:p>
            <a:endParaRPr lang="en-US" sz="2100">
              <a:solidFill>
                <a:srgbClr val="000000"/>
              </a:solidFill>
              <a:latin typeface="Calibri" panose="020F0502020204030204" pitchFamily="34" charset="0"/>
            </a:endParaRPr>
          </a:p>
          <a:p>
            <a:r>
              <a:rPr lang="en-US" sz="2100">
                <a:solidFill>
                  <a:srgbClr val="000000"/>
                </a:solidFill>
                <a:latin typeface="Calibri" panose="020F0502020204030204" pitchFamily="34" charset="0"/>
              </a:rPr>
              <a:t>Matched window: 21 January 2026 to 18 January 2038</a:t>
            </a:r>
          </a:p>
          <a:p>
            <a:endParaRPr lang="en-US" sz="2100">
              <a:solidFill>
                <a:srgbClr val="000000"/>
              </a:solidFill>
              <a:latin typeface="Calibri" panose="020F0502020204030204" pitchFamily="34" charset="0"/>
            </a:endParaRPr>
          </a:p>
          <a:p>
            <a:r>
              <a:rPr lang="en-US" sz="2100">
                <a:solidFill>
                  <a:srgbClr val="000000"/>
                </a:solidFill>
                <a:latin typeface="Calibri" panose="020F0502020204030204" pitchFamily="34" charset="0"/>
              </a:rPr>
              <a:t>Checks: preserve opening due clocks, freeze commenced checks, replay rules and independently recompute availability</a:t>
            </a:r>
            <a:endParaRPr lang="en-AU" sz="2100">
              <a:solidFill>
                <a:srgbClr val="000000"/>
              </a:solidFill>
              <a:latin typeface="Calibri" panose="020F0502020204030204" pitchFamily="34" charset="0"/>
            </a:endParaRPr>
          </a:p>
        </p:txBody>
      </p:sp>
      <p:sp>
        <p:nvSpPr>
          <p:cNvPr id="8" name="Study caveat">
            <a:extLst>
              <a:ext uri="{FF2B5EF4-FFF2-40B4-BE49-F238E27FC236}">
                <a16:creationId xmlns:a16="http://schemas.microsoft.com/office/drawing/2014/main" id="{7B943B78-58DC-BF4A-C144-D4F302310027}"/>
              </a:ext>
            </a:extLst>
          </p:cNvPr>
          <p:cNvSpPr txBox="1"/>
          <p:nvPr/>
        </p:nvSpPr>
        <p:spPr>
          <a:xfrm>
            <a:off x="609600" y="5765800"/>
            <a:ext cx="10972800" cy="276999"/>
          </a:xfrm>
          <a:prstGeom prst="rect">
            <a:avLst/>
          </a:prstGeom>
          <a:noFill/>
        </p:spPr>
        <p:txBody>
          <a:bodyPr vert="horz" lIns="0" tIns="0" rIns="0" bIns="0" rtlCol="0">
            <a:noAutofit/>
          </a:bodyPr>
          <a:lstStyle/>
          <a:p>
            <a:r>
              <a:rPr lang="en-US" b="1">
                <a:solidFill>
                  <a:srgbClr val="000000"/>
                </a:solidFill>
                <a:latin typeface="Calibri" panose="020F0502020204030204" pitchFamily="34" charset="0"/>
              </a:rPr>
              <a:t>Each input is a distinct maintenance instance. Compare tuned and default settings within the same dataset.</a:t>
            </a:r>
            <a:endParaRPr lang="en-AU" b="1">
              <a:solidFill>
                <a:srgbClr val="000000"/>
              </a:solidFill>
              <a:latin typeface="Calibri" panose="020F0502020204030204" pitchFamily="34" charset="0"/>
            </a:endParaRPr>
          </a:p>
        </p:txBody>
      </p:sp>
    </p:spTree>
    <p:extLst>
      <p:ext uri="{BB962C8B-B14F-4D97-AF65-F5344CB8AC3E}">
        <p14:creationId xmlns:p14="http://schemas.microsoft.com/office/powerpoint/2010/main" val="1860422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HYPERPARAMETER RESULTS</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Tuning improved smoothness on every forecast</a:t>
            </a:r>
            <a:endParaRPr sz="3200" b="1">
              <a:solidFill>
                <a:srgbClr val="000000"/>
              </a:solidFill>
              <a:latin typeface="Calibri"/>
            </a:endParaRPr>
          </a:p>
        </p:txBody>
      </p:sp>
      <p:graphicFrame>
        <p:nvGraphicFramePr>
          <p:cNvPr id="6" name="Hyperparameter results">
            <a:extLst>
              <a:ext uri="{FF2B5EF4-FFF2-40B4-BE49-F238E27FC236}">
                <a16:creationId xmlns:a16="http://schemas.microsoft.com/office/drawing/2014/main" id="{C47F4C4B-330A-CD4D-FA5F-6E5E686EC89C}"/>
              </a:ext>
            </a:extLst>
          </p:cNvPr>
          <p:cNvGraphicFramePr>
            <a:graphicFrameLocks noGrp="1"/>
          </p:cNvGraphicFramePr>
          <p:nvPr>
            <p:extLst>
              <p:ext uri="{D42A27DB-BD31-4B8C-83A1-F6EECF244321}">
                <p14:modId xmlns:p14="http://schemas.microsoft.com/office/powerpoint/2010/main" val="3909335142"/>
              </p:ext>
            </p:extLst>
          </p:nvPr>
        </p:nvGraphicFramePr>
        <p:xfrm>
          <a:off x="457200" y="1638300"/>
          <a:ext cx="11277600" cy="2895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996990930"/>
                    </a:ext>
                  </a:extLst>
                </a:gridCol>
                <a:gridCol w="1803400">
                  <a:extLst>
                    <a:ext uri="{9D8B030D-6E8A-4147-A177-3AD203B41FA5}">
                      <a16:colId xmlns:a16="http://schemas.microsoft.com/office/drawing/2014/main" val="3880956400"/>
                    </a:ext>
                  </a:extLst>
                </a:gridCol>
                <a:gridCol w="1803400">
                  <a:extLst>
                    <a:ext uri="{9D8B030D-6E8A-4147-A177-3AD203B41FA5}">
                      <a16:colId xmlns:a16="http://schemas.microsoft.com/office/drawing/2014/main" val="2683081926"/>
                    </a:ext>
                  </a:extLst>
                </a:gridCol>
                <a:gridCol w="1879600">
                  <a:extLst>
                    <a:ext uri="{9D8B030D-6E8A-4147-A177-3AD203B41FA5}">
                      <a16:colId xmlns:a16="http://schemas.microsoft.com/office/drawing/2014/main" val="927142470"/>
                    </a:ext>
                  </a:extLst>
                </a:gridCol>
                <a:gridCol w="1879600">
                  <a:extLst>
                    <a:ext uri="{9D8B030D-6E8A-4147-A177-3AD203B41FA5}">
                      <a16:colId xmlns:a16="http://schemas.microsoft.com/office/drawing/2014/main" val="3425995423"/>
                    </a:ext>
                  </a:extLst>
                </a:gridCol>
                <a:gridCol w="1879600">
                  <a:extLst>
                    <a:ext uri="{9D8B030D-6E8A-4147-A177-3AD203B41FA5}">
                      <a16:colId xmlns:a16="http://schemas.microsoft.com/office/drawing/2014/main" val="864458135"/>
                    </a:ext>
                  </a:extLst>
                </a:gridCol>
              </a:tblGrid>
              <a:tr h="723900">
                <a:tc>
                  <a:txBody>
                    <a:bodyPr/>
                    <a:lstStyle/>
                    <a:p>
                      <a:pPr>
                        <a:buFontTx/>
                        <a:buNone/>
                      </a:pPr>
                      <a:r>
                        <a:rPr lang="en-AU" sz="1600" b="1">
                          <a:solidFill>
                            <a:srgbClr val="FFFFFF"/>
                          </a:solidFill>
                          <a:latin typeface="Calibri" panose="020F0502020204030204" pitchFamily="34" charset="0"/>
                        </a:rPr>
                        <a:t>Dataset</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Initial 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Tuned worst day</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Default std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Tuned std</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tc>
                  <a:txBody>
                    <a:bodyPr/>
                    <a:lstStyle/>
                    <a:p>
                      <a:pPr>
                        <a:buFontTx/>
                        <a:buNone/>
                      </a:pPr>
                      <a:r>
                        <a:rPr lang="en-AU" sz="1600" b="1">
                          <a:solidFill>
                            <a:srgbClr val="FFFFFF"/>
                          </a:solidFill>
                          <a:latin typeface="Calibri" panose="020F0502020204030204" pitchFamily="34" charset="0"/>
                        </a:rPr>
                        <a:t>Best setting</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000000"/>
                    </a:solidFill>
                  </a:tcPr>
                </a:tc>
                <a:extLst>
                  <a:ext uri="{0D108BD9-81ED-4DB2-BD59-A6C34878D82A}">
                    <a16:rowId xmlns:a16="http://schemas.microsoft.com/office/drawing/2014/main" val="1698915676"/>
                  </a:ext>
                </a:extLst>
              </a:tr>
              <a:tr h="723900">
                <a:tc>
                  <a:txBody>
                    <a:bodyPr/>
                    <a:lstStyle/>
                    <a:p>
                      <a:pPr>
                        <a:buFontTx/>
                        <a:buNone/>
                      </a:pPr>
                      <a:r>
                        <a:rPr lang="en-AU" sz="2000" b="0">
                          <a:solidFill>
                            <a:srgbClr val="000000"/>
                          </a:solidFill>
                          <a:latin typeface="Calibri" panose="020F0502020204030204" pitchFamily="34" charset="0"/>
                        </a:rPr>
                        <a:t>Original</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15</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1.4221</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1.4019</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C57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1483647616"/>
                  </a:ext>
                </a:extLst>
              </a:tr>
              <a:tr h="723900">
                <a:tc>
                  <a:txBody>
                    <a:bodyPr/>
                    <a:lstStyle/>
                    <a:p>
                      <a:pPr>
                        <a:buFontTx/>
                        <a:buNone/>
                      </a:pPr>
                      <a:r>
                        <a:rPr lang="en-AU" sz="2000" b="0">
                          <a:solidFill>
                            <a:srgbClr val="000000"/>
                          </a:solidFill>
                          <a:latin typeface="Calibri" panose="020F0502020204030204" pitchFamily="34" charset="0"/>
                        </a:rPr>
                        <a:t>Moderate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16</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19</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0.9117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0.8834</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tc>
                  <a:txBody>
                    <a:bodyPr/>
                    <a:lstStyle/>
                    <a:p>
                      <a:pPr>
                        <a:buFontTx/>
                        <a:buNone/>
                      </a:pPr>
                      <a:r>
                        <a:rPr lang="en-AU" sz="2000" b="0">
                          <a:solidFill>
                            <a:srgbClr val="000000"/>
                          </a:solidFill>
                          <a:latin typeface="Calibri" panose="020F0502020204030204" pitchFamily="34" charset="0"/>
                        </a:rPr>
                        <a:t>C30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FFFFF"/>
                    </a:solidFill>
                  </a:tcPr>
                </a:tc>
                <a:extLst>
                  <a:ext uri="{0D108BD9-81ED-4DB2-BD59-A6C34878D82A}">
                    <a16:rowId xmlns:a16="http://schemas.microsoft.com/office/drawing/2014/main" val="1424467793"/>
                  </a:ext>
                </a:extLst>
              </a:tr>
              <a:tr h="723900">
                <a:tc>
                  <a:txBody>
                    <a:bodyPr/>
                    <a:lstStyle/>
                    <a:p>
                      <a:pPr>
                        <a:buFontTx/>
                        <a:buNone/>
                      </a:pPr>
                      <a:r>
                        <a:rPr lang="en-AU" sz="2000" b="0">
                          <a:solidFill>
                            <a:srgbClr val="000000"/>
                          </a:solidFill>
                          <a:latin typeface="Calibri" panose="020F0502020204030204" pitchFamily="34" charset="0"/>
                        </a:rPr>
                        <a:t>Wide</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17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20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0.6167</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0.5868</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tc>
                  <a:txBody>
                    <a:bodyPr/>
                    <a:lstStyle/>
                    <a:p>
                      <a:pPr>
                        <a:buFontTx/>
                        <a:buNone/>
                      </a:pPr>
                      <a:r>
                        <a:rPr lang="en-AU" sz="2000" b="0">
                          <a:solidFill>
                            <a:srgbClr val="000000"/>
                          </a:solidFill>
                          <a:latin typeface="Calibri" panose="020F0502020204030204" pitchFamily="34" charset="0"/>
                        </a:rPr>
                        <a:t>C30</a:t>
                      </a:r>
                    </a:p>
                  </a:txBody>
                  <a:tcPr marL="127000" marR="88900" marT="88900" marB="88900" anchor="ctr">
                    <a:lnL w="6350" cmpd="sng">
                      <a:solidFill>
                        <a:srgbClr val="B0B0B0"/>
                      </a:solidFill>
                    </a:lnL>
                    <a:lnR w="6350" cmpd="sng">
                      <a:solidFill>
                        <a:srgbClr val="B0B0B0"/>
                      </a:solidFill>
                    </a:lnR>
                    <a:lnT w="6350" cmpd="sng">
                      <a:solidFill>
                        <a:srgbClr val="B0B0B0"/>
                      </a:solidFill>
                    </a:lnT>
                    <a:lnB w="6350" cmpd="sng">
                      <a:solidFill>
                        <a:srgbClr val="B0B0B0"/>
                      </a:solidFill>
                    </a:lnB>
                    <a:solidFill>
                      <a:srgbClr val="F0F0F0"/>
                    </a:solidFill>
                  </a:tcPr>
                </a:tc>
                <a:extLst>
                  <a:ext uri="{0D108BD9-81ED-4DB2-BD59-A6C34878D82A}">
                    <a16:rowId xmlns:a16="http://schemas.microsoft.com/office/drawing/2014/main" val="3059096885"/>
                  </a:ext>
                </a:extLst>
              </a:tr>
            </a:tbl>
          </a:graphicData>
        </a:graphic>
      </p:graphicFrame>
      <p:sp>
        <p:nvSpPr>
          <p:cNvPr id="7" name="Quality gain">
            <a:extLst>
              <a:ext uri="{FF2B5EF4-FFF2-40B4-BE49-F238E27FC236}">
                <a16:creationId xmlns:a16="http://schemas.microsoft.com/office/drawing/2014/main" id="{91500ADB-73AE-5E36-2B31-54DE0155DC76}"/>
              </a:ext>
            </a:extLst>
          </p:cNvPr>
          <p:cNvSpPr txBox="1"/>
          <p:nvPr/>
        </p:nvSpPr>
        <p:spPr>
          <a:xfrm>
            <a:off x="533400" y="4787900"/>
            <a:ext cx="11112500" cy="338554"/>
          </a:xfrm>
          <a:prstGeom prst="rect">
            <a:avLst/>
          </a:prstGeom>
          <a:noFill/>
        </p:spPr>
        <p:txBody>
          <a:bodyPr vert="horz" lIns="0" tIns="0" rIns="0" bIns="0" rtlCol="0">
            <a:noAutofit/>
          </a:bodyPr>
          <a:lstStyle/>
          <a:p>
            <a:r>
              <a:rPr lang="en-US" sz="2200" b="1">
                <a:solidFill>
                  <a:srgbClr val="000000"/>
                </a:solidFill>
                <a:latin typeface="Calibri" panose="020F0502020204030204" pitchFamily="34" charset="0"/>
              </a:rPr>
              <a:t>Smoothness improvement at the same worst day: 1.42%, 3.10% and 4.85%</a:t>
            </a:r>
            <a:endParaRPr lang="en-AU" sz="2200" b="1">
              <a:solidFill>
                <a:srgbClr val="000000"/>
              </a:solidFill>
              <a:latin typeface="Calibri" panose="020F0502020204030204" pitchFamily="34" charset="0"/>
            </a:endParaRPr>
          </a:p>
        </p:txBody>
      </p:sp>
      <p:sp>
        <p:nvSpPr>
          <p:cNvPr id="8" name="Runtime evidence">
            <a:extLst>
              <a:ext uri="{FF2B5EF4-FFF2-40B4-BE49-F238E27FC236}">
                <a16:creationId xmlns:a16="http://schemas.microsoft.com/office/drawing/2014/main" id="{16F3D08A-B2DE-4752-24AE-A52FBA1F8891}"/>
              </a:ext>
            </a:extLst>
          </p:cNvPr>
          <p:cNvSpPr txBox="1"/>
          <p:nvPr/>
        </p:nvSpPr>
        <p:spPr>
          <a:xfrm>
            <a:off x="533400" y="5486400"/>
            <a:ext cx="11112500" cy="553998"/>
          </a:xfrm>
          <a:prstGeom prst="rect">
            <a:avLst/>
          </a:prstGeom>
          <a:noFill/>
        </p:spPr>
        <p:txBody>
          <a:bodyPr vert="horz" lIns="0" tIns="0" rIns="0" bIns="0" rtlCol="0">
            <a:noAutofit/>
          </a:bodyPr>
          <a:lstStyle/>
          <a:p>
            <a:r>
              <a:rPr lang="en-US">
                <a:solidFill>
                  <a:srgbClr val="000000"/>
                </a:solidFill>
                <a:latin typeface="Calibri" panose="020F0502020204030204" pitchFamily="34" charset="0"/>
              </a:rPr>
              <a:t>Serial median search time: C57 original 32.16 s. C30 moderate 14.69 s, wide 28.55 s. Three repeats per setting on this machine.</a:t>
            </a:r>
            <a:endParaRPr lang="en-AU">
              <a:solidFill>
                <a:srgbClr val="000000"/>
              </a:solidFill>
              <a:latin typeface="Calibri" panose="020F0502020204030204" pitchFamily="34" charset="0"/>
            </a:endParaRPr>
          </a:p>
        </p:txBody>
      </p:sp>
      <p:sp>
        <p:nvSpPr>
          <p:cNvPr id="9" name="Results boundary">
            <a:extLst>
              <a:ext uri="{FF2B5EF4-FFF2-40B4-BE49-F238E27FC236}">
                <a16:creationId xmlns:a16="http://schemas.microsoft.com/office/drawing/2014/main" id="{B0C8063E-CE5E-AE5F-7687-032056E3B4F8}"/>
              </a:ext>
            </a:extLst>
          </p:cNvPr>
          <p:cNvSpPr txBox="1"/>
          <p:nvPr/>
        </p:nvSpPr>
        <p:spPr>
          <a:xfrm>
            <a:off x="533400" y="6413500"/>
            <a:ext cx="11112500" cy="215444"/>
          </a:xfrm>
          <a:prstGeom prst="rect">
            <a:avLst/>
          </a:prstGeom>
          <a:noFill/>
        </p:spPr>
        <p:txBody>
          <a:bodyPr vert="horz" lIns="0" tIns="0" rIns="0" bIns="0" rtlCol="0">
            <a:noAutofit/>
          </a:bodyPr>
          <a:lstStyle/>
          <a:p>
            <a:r>
              <a:rPr lang="en-US" sz="1400">
                <a:solidFill>
                  <a:srgbClr val="000000"/>
                </a:solidFill>
                <a:latin typeface="Calibri" panose="020F0502020204030204" pitchFamily="34" charset="0"/>
              </a:rPr>
              <a:t>Matched scoring window. All listed winners reached local exhaustion.</a:t>
            </a:r>
            <a:endParaRPr lang="en-AU" sz="1400">
              <a:solidFill>
                <a:srgbClr val="000000"/>
              </a:solidFill>
              <a:latin typeface="Calibri" panose="020F0502020204030204" pitchFamily="34" charset="0"/>
            </a:endParaRPr>
          </a:p>
        </p:txBody>
      </p:sp>
    </p:spTree>
    <p:extLst>
      <p:ext uri="{BB962C8B-B14F-4D97-AF65-F5344CB8AC3E}">
        <p14:creationId xmlns:p14="http://schemas.microsoft.com/office/powerpoint/2010/main" val="4004988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RECOMMENDED SETTINGS</a:t>
            </a:r>
            <a:endParaRPr sz="1500" b="1">
              <a:solidFill>
                <a:srgbClr val="000000"/>
              </a:solidFill>
              <a:latin typeface="Calibri"/>
            </a:endParaRPr>
          </a:p>
        </p:txBody>
      </p:sp>
      <p:sp>
        <p:nvSpPr>
          <p:cNvPr id="5" name="TextBox 4"/>
          <p:cNvSpPr txBox="1"/>
          <p:nvPr/>
        </p:nvSpPr>
        <p:spPr>
          <a:xfrm>
            <a:off x="457200" y="533399"/>
            <a:ext cx="11277600" cy="660400"/>
          </a:xfrm>
          <a:prstGeom prst="rect">
            <a:avLst/>
          </a:prstGeom>
          <a:noFill/>
        </p:spPr>
        <p:txBody>
          <a:bodyPr wrap="square">
            <a:noAutofit/>
          </a:bodyPr>
          <a:lstStyle/>
          <a:p>
            <a:pPr algn="l"/>
            <a:r>
              <a:rPr lang="en-US" sz="3200" b="1">
                <a:solidFill>
                  <a:srgbClr val="000000"/>
                </a:solidFill>
                <a:latin typeface="Calibri" panose="020F0502020204030204" pitchFamily="34" charset="0"/>
              </a:rPr>
              <a:t>A wide dense ladder works across these forecasts</a:t>
            </a:r>
            <a:endParaRPr sz="3200" b="1" dirty="0">
              <a:solidFill>
                <a:srgbClr val="000000"/>
              </a:solidFill>
              <a:latin typeface="Calibri" panose="020F0502020204030204" pitchFamily="34" charset="0"/>
            </a:endParaRPr>
          </a:p>
        </p:txBody>
      </p:sp>
      <p:sp>
        <p:nvSpPr>
          <p:cNvPr id="6" name="Rounded Rectangle 5"/>
          <p:cNvSpPr/>
          <p:nvPr/>
        </p:nvSpPr>
        <p:spPr>
          <a:xfrm>
            <a:off x="457200" y="1188720"/>
            <a:ext cx="5532120" cy="50292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63040"/>
            <a:ext cx="5029200" cy="430887"/>
          </a:xfrm>
          <a:prstGeom prst="rect">
            <a:avLst/>
          </a:prstGeom>
          <a:noFill/>
        </p:spPr>
        <p:txBody>
          <a:bodyPr wrap="square">
            <a:noAutofit/>
          </a:bodyPr>
          <a:lstStyle/>
          <a:p>
            <a:pPr algn="l"/>
            <a:r>
              <a:rPr lang="en-AU" sz="2200" b="1">
                <a:solidFill>
                  <a:srgbClr val="000000"/>
                </a:solidFill>
                <a:latin typeface="Calibri" panose="020F0502020204030204" pitchFamily="34" charset="0"/>
              </a:rPr>
              <a:t>Shared setting: C30</a:t>
            </a:r>
            <a:endParaRPr sz="2200" b="1" dirty="0">
              <a:solidFill>
                <a:srgbClr val="000000"/>
              </a:solidFill>
              <a:latin typeface="Calibri" panose="020F0502020204030204" pitchFamily="34" charset="0"/>
            </a:endParaRPr>
          </a:p>
        </p:txBody>
      </p:sp>
      <p:sp>
        <p:nvSpPr>
          <p:cNvPr id="8" name="TextBox 7"/>
          <p:cNvSpPr txBox="1"/>
          <p:nvPr/>
        </p:nvSpPr>
        <p:spPr>
          <a:xfrm>
            <a:off x="731520" y="2194559"/>
            <a:ext cx="5029200" cy="3046988"/>
          </a:xfrm>
          <a:prstGeom prst="rect">
            <a:avLst/>
          </a:prstGeom>
          <a:noFill/>
        </p:spPr>
        <p:txBody>
          <a:bodyPr wrap="square">
            <a:noAutofit/>
          </a:bodyPr>
          <a:lstStyle/>
          <a:p>
            <a:pPr algn="l">
              <a:spcAft>
                <a:spcPts val="1200"/>
              </a:spcAft>
            </a:pPr>
            <a:r>
              <a:rPr lang="en-US" sz="2000">
                <a:solidFill>
                  <a:srgbClr val="1A1A1A"/>
                </a:solidFill>
                <a:latin typeface="Calibri" panose="020F0502020204030204" pitchFamily="34" charset="0"/>
              </a:rPr>
              <a:t>Shift levels, in order:</a:t>
            </a:r>
          </a:p>
          <a:p>
            <a:pPr algn="l">
              <a:spcAft>
                <a:spcPts val="1200"/>
              </a:spcAft>
            </a:pPr>
            <a:r>
              <a:rPr lang="en-US" sz="2000">
                <a:solidFill>
                  <a:srgbClr val="1A1A1A"/>
                </a:solidFill>
                <a:latin typeface="Calibri" panose="020F0502020204030204" pitchFamily="34" charset="0"/>
              </a:rPr>
              <a:t>±56, ±42, ±28, ±14, ±7, ±3, ±1 days</a:t>
            </a:r>
          </a:p>
          <a:p>
            <a:pPr algn="l">
              <a:spcAft>
                <a:spcPts val="1200"/>
              </a:spcAft>
            </a:pPr>
            <a:endParaRPr lang="en-US" sz="2000">
              <a:solidFill>
                <a:srgbClr val="1A1A1A"/>
              </a:solidFill>
              <a:latin typeface="Calibri" panose="020F0502020204030204" pitchFamily="34" charset="0"/>
            </a:endParaRPr>
          </a:p>
          <a:p>
            <a:pPr algn="l">
              <a:spcAft>
                <a:spcPts val="1200"/>
              </a:spcAft>
            </a:pPr>
            <a:r>
              <a:rPr lang="en-US" sz="2000">
                <a:solidFill>
                  <a:srgbClr val="1A1A1A"/>
                </a:solidFill>
                <a:latin typeface="Calibri" panose="020F0502020204030204" pitchFamily="34" charset="0"/>
              </a:rPr>
              <a:t>Use first-level selection</a:t>
            </a:r>
          </a:p>
          <a:p>
            <a:pPr algn="l">
              <a:spcAft>
                <a:spcPts val="1200"/>
              </a:spcAft>
            </a:pPr>
            <a:r>
              <a:rPr lang="en-US" sz="2000">
                <a:solidFill>
                  <a:srgbClr val="1A1A1A"/>
                </a:solidFill>
                <a:latin typeface="Calibri" panose="020F0502020204030204" pitchFamily="34" charset="0"/>
              </a:rPr>
              <a:t>Set a 400-iteration cap</a:t>
            </a:r>
            <a:endParaRPr sz="2000" dirty="0">
              <a:solidFill>
                <a:srgbClr val="1A1A1A"/>
              </a:solidFill>
              <a:latin typeface="Calibri" panose="020F0502020204030204" pitchFamily="34" charset="0"/>
            </a:endParaRPr>
          </a:p>
        </p:txBody>
      </p:sp>
      <p:sp>
        <p:nvSpPr>
          <p:cNvPr id="9" name="Rounded Rectangle 8"/>
          <p:cNvSpPr/>
          <p:nvPr/>
        </p:nvSpPr>
        <p:spPr>
          <a:xfrm>
            <a:off x="6217920" y="1188720"/>
            <a:ext cx="5440680" cy="50292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463040"/>
            <a:ext cx="4937760" cy="430887"/>
          </a:xfrm>
          <a:prstGeom prst="rect">
            <a:avLst/>
          </a:prstGeom>
          <a:noFill/>
        </p:spPr>
        <p:txBody>
          <a:bodyPr wrap="square">
            <a:noAutofit/>
          </a:bodyPr>
          <a:lstStyle/>
          <a:p>
            <a:pPr algn="l"/>
            <a:r>
              <a:rPr lang="en-AU" sz="2200" b="1">
                <a:solidFill>
                  <a:srgbClr val="000000"/>
                </a:solidFill>
                <a:latin typeface="Calibri" panose="020F0502020204030204" pitchFamily="34" charset="0"/>
              </a:rPr>
              <a:t>Dataset-specific option</a:t>
            </a:r>
            <a:endParaRPr sz="2200" b="1" dirty="0">
              <a:solidFill>
                <a:srgbClr val="000000"/>
              </a:solidFill>
              <a:latin typeface="Calibri" panose="020F0502020204030204" pitchFamily="34" charset="0"/>
            </a:endParaRPr>
          </a:p>
        </p:txBody>
      </p:sp>
      <p:sp>
        <p:nvSpPr>
          <p:cNvPr id="11" name="TextBox 10"/>
          <p:cNvSpPr txBox="1"/>
          <p:nvPr/>
        </p:nvSpPr>
        <p:spPr>
          <a:xfrm>
            <a:off x="6492240" y="2184400"/>
            <a:ext cx="4937760" cy="3746500"/>
          </a:xfrm>
          <a:prstGeom prst="rect">
            <a:avLst/>
          </a:prstGeom>
          <a:noFill/>
        </p:spPr>
        <p:txBody>
          <a:bodyPr wrap="square">
            <a:noAutofit/>
          </a:bodyPr>
          <a:lstStyle/>
          <a:p>
            <a:pPr algn="l">
              <a:spcAft>
                <a:spcPts val="900"/>
              </a:spcAft>
            </a:pPr>
            <a:r>
              <a:rPr lang="en-US" sz="1900">
                <a:solidFill>
                  <a:srgbClr val="1A1A1A"/>
                </a:solidFill>
                <a:latin typeface="Calibri" panose="020F0502020204030204" pitchFamily="34" charset="0"/>
              </a:rPr>
              <a:t>Original forecast: C57</a:t>
            </a:r>
          </a:p>
          <a:p>
            <a:pPr algn="l">
              <a:spcAft>
                <a:spcPts val="900"/>
              </a:spcAft>
            </a:pPr>
            <a:r>
              <a:rPr lang="en-US" sz="1900">
                <a:solidFill>
                  <a:srgbClr val="1A1A1A"/>
                </a:solidFill>
                <a:latin typeface="Calibri" panose="020F0502020204030204" pitchFamily="34" charset="0"/>
              </a:rPr>
              <a:t>Half steps plus 42 days</a:t>
            </a:r>
          </a:p>
          <a:p>
            <a:pPr algn="l">
              <a:spcAft>
                <a:spcPts val="900"/>
              </a:spcAft>
            </a:pPr>
            <a:endParaRPr lang="en-US" sz="1900">
              <a:solidFill>
                <a:srgbClr val="1A1A1A"/>
              </a:solidFill>
              <a:latin typeface="Calibri" panose="020F0502020204030204" pitchFamily="34" charset="0"/>
            </a:endParaRPr>
          </a:p>
          <a:p>
            <a:pPr algn="l">
              <a:spcAft>
                <a:spcPts val="900"/>
              </a:spcAft>
            </a:pPr>
            <a:r>
              <a:rPr lang="en-US" sz="1900">
                <a:solidFill>
                  <a:srgbClr val="1A1A1A"/>
                </a:solidFill>
                <a:latin typeface="Calibri" panose="020F0502020204030204" pitchFamily="34" charset="0"/>
              </a:rPr>
              <a:t>Moderate and wide: C30</a:t>
            </a:r>
          </a:p>
          <a:p>
            <a:pPr algn="l">
              <a:spcAft>
                <a:spcPts val="900"/>
              </a:spcAft>
            </a:pPr>
            <a:endParaRPr lang="en-US" sz="1900">
              <a:solidFill>
                <a:srgbClr val="1A1A1A"/>
              </a:solidFill>
              <a:latin typeface="Calibri" panose="020F0502020204030204" pitchFamily="34" charset="0"/>
            </a:endParaRPr>
          </a:p>
          <a:p>
            <a:pPr algn="l">
              <a:spcAft>
                <a:spcPts val="900"/>
              </a:spcAft>
            </a:pPr>
            <a:r>
              <a:rPr lang="en-US" sz="1900">
                <a:solidFill>
                  <a:srgbClr val="1A1A1A"/>
                </a:solidFill>
                <a:latin typeface="Calibri" panose="020F0502020204030204" pitchFamily="34" charset="0"/>
              </a:rPr>
              <a:t>C30's original smoothness penalty is 0.56%.</a:t>
            </a:r>
          </a:p>
          <a:p>
            <a:pPr algn="l">
              <a:spcAft>
                <a:spcPts val="900"/>
              </a:spcAft>
            </a:pPr>
            <a:r>
              <a:rPr lang="en-US" sz="1900">
                <a:solidFill>
                  <a:srgbClr val="1A1A1A"/>
                </a:solidFill>
                <a:latin typeface="Calibri" panose="020F0502020204030204" pitchFamily="34" charset="0"/>
              </a:rPr>
              <a:t>Earlier half steps reach 19 on wide, compared with 20 for C30.</a:t>
            </a:r>
            <a:endParaRPr lang="en-US" sz="1900" dirty="0">
              <a:solidFill>
                <a:srgbClr val="1A1A1A"/>
              </a:solidFill>
              <a:latin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LIMITS AND NEXT STEPS</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r>
              <a:rPr lang="en-US" sz="3200" b="1">
                <a:solidFill>
                  <a:srgbClr val="000000"/>
                </a:solidFill>
                <a:latin typeface="Calibri" panose="020F0502020204030204" pitchFamily="34" charset="0"/>
              </a:rPr>
              <a:t>The original worst-day target is already optimal</a:t>
            </a:r>
            <a:endParaRPr sz="3200" b="1" dirty="0">
              <a:solidFill>
                <a:srgbClr val="000000"/>
              </a:solidFill>
              <a:latin typeface="Calibri" panose="020F0502020204030204" pitchFamily="34" charset="0"/>
            </a:endParaRPr>
          </a:p>
        </p:txBody>
      </p:sp>
      <p:sp>
        <p:nvSpPr>
          <p:cNvPr id="9" name="Rounded Rectangle 5">
            <a:extLst>
              <a:ext uri="{FF2B5EF4-FFF2-40B4-BE49-F238E27FC236}">
                <a16:creationId xmlns:a16="http://schemas.microsoft.com/office/drawing/2014/main" id="{EB8F05B1-0C6F-85C3-09E3-DC807EA60B9F}"/>
              </a:ext>
            </a:extLst>
          </p:cNvPr>
          <p:cNvSpPr/>
          <p:nvPr/>
        </p:nvSpPr>
        <p:spPr>
          <a:xfrm>
            <a:off x="457200" y="1188720"/>
            <a:ext cx="5532120" cy="38354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CA042E39-C912-4482-5368-24E2DF631308}"/>
              </a:ext>
            </a:extLst>
          </p:cNvPr>
          <p:cNvSpPr/>
          <p:nvPr/>
        </p:nvSpPr>
        <p:spPr>
          <a:xfrm>
            <a:off x="6217920" y="1188720"/>
            <a:ext cx="5440680" cy="38354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578B1173-56A7-CCBE-B621-B5F6C57B3633}"/>
              </a:ext>
            </a:extLst>
          </p:cNvPr>
          <p:cNvSpPr txBox="1"/>
          <p:nvPr/>
        </p:nvSpPr>
        <p:spPr>
          <a:xfrm>
            <a:off x="731520" y="1463040"/>
            <a:ext cx="5029200" cy="430887"/>
          </a:xfrm>
          <a:prstGeom prst="rect">
            <a:avLst/>
          </a:prstGeom>
          <a:noFill/>
        </p:spPr>
        <p:txBody>
          <a:bodyPr wrap="square">
            <a:noAutofit/>
          </a:bodyPr>
          <a:lstStyle/>
          <a:p>
            <a:r>
              <a:rPr lang="en-AU" sz="2200" b="1">
                <a:solidFill>
                  <a:srgbClr val="000000"/>
                </a:solidFill>
                <a:latin typeface="Calibri" panose="020F0502020204030204" pitchFamily="34" charset="0"/>
              </a:rPr>
              <a:t>Original forecast</a:t>
            </a:r>
            <a:endParaRPr sz="2200" b="1" dirty="0">
              <a:solidFill>
                <a:srgbClr val="000000"/>
              </a:solidFill>
              <a:latin typeface="Calibri" panose="020F0502020204030204" pitchFamily="34" charset="0"/>
            </a:endParaRPr>
          </a:p>
        </p:txBody>
      </p:sp>
      <p:sp>
        <p:nvSpPr>
          <p:cNvPr id="15" name="TextBox 14">
            <a:extLst>
              <a:ext uri="{FF2B5EF4-FFF2-40B4-BE49-F238E27FC236}">
                <a16:creationId xmlns:a16="http://schemas.microsoft.com/office/drawing/2014/main" id="{917E8644-1360-B249-7DC8-687D66DE8ACE}"/>
              </a:ext>
            </a:extLst>
          </p:cNvPr>
          <p:cNvSpPr txBox="1"/>
          <p:nvPr/>
        </p:nvSpPr>
        <p:spPr>
          <a:xfrm>
            <a:off x="731520" y="2194560"/>
            <a:ext cx="5029200" cy="2095500"/>
          </a:xfrm>
          <a:prstGeom prst="rect">
            <a:avLst/>
          </a:prstGeom>
          <a:noFill/>
        </p:spPr>
        <p:txBody>
          <a:bodyPr wrap="square">
            <a:noAutofit/>
          </a:bodyPr>
          <a:lstStyle/>
          <a:p>
            <a:pPr>
              <a:lnSpc>
                <a:spcPct val="115000"/>
              </a:lnSpc>
              <a:spcAft>
                <a:spcPts val="1200"/>
              </a:spcAft>
            </a:pPr>
            <a:r>
              <a:rPr lang="en-US" sz="2000">
                <a:solidFill>
                  <a:srgbClr val="1A1A1A"/>
                </a:solidFill>
                <a:latin typeface="Calibri" panose="020F0502020204030204" pitchFamily="34" charset="0"/>
              </a:rPr>
              <a:t>Six D checks must overlap in a fixed interval.</a:t>
            </a:r>
          </a:p>
          <a:p>
            <a:pPr>
              <a:lnSpc>
                <a:spcPct val="115000"/>
              </a:lnSpc>
              <a:spcAft>
                <a:spcPts val="1200"/>
              </a:spcAft>
            </a:pPr>
            <a:r>
              <a:rPr lang="en-US" sz="2000">
                <a:solidFill>
                  <a:srgbClr val="1A1A1A"/>
                </a:solidFill>
                <a:latin typeface="Calibri" panose="020F0502020204030204" pitchFamily="34" charset="0"/>
              </a:rPr>
              <a:t>With 24 aircraft, worst-day availability cannot exceed 18.</a:t>
            </a:r>
          </a:p>
          <a:p>
            <a:pPr>
              <a:lnSpc>
                <a:spcPct val="115000"/>
              </a:lnSpc>
              <a:spcAft>
                <a:spcPts val="1200"/>
              </a:spcAft>
            </a:pPr>
            <a:r>
              <a:rPr lang="en-US" sz="2000">
                <a:solidFill>
                  <a:srgbClr val="1A1A1A"/>
                </a:solidFill>
                <a:latin typeface="Calibri" panose="020F0502020204030204" pitchFamily="34" charset="0"/>
              </a:rPr>
              <a:t>The measured result reaches this bound.</a:t>
            </a:r>
            <a:endParaRPr sz="2000" dirty="0">
              <a:solidFill>
                <a:srgbClr val="1A1A1A"/>
              </a:solidFill>
              <a:latin typeface="Calibri" panose="020F0502020204030204" pitchFamily="34" charset="0"/>
            </a:endParaRPr>
          </a:p>
        </p:txBody>
      </p:sp>
      <p:sp>
        <p:nvSpPr>
          <p:cNvPr id="17" name="TextBox 16">
            <a:extLst>
              <a:ext uri="{FF2B5EF4-FFF2-40B4-BE49-F238E27FC236}">
                <a16:creationId xmlns:a16="http://schemas.microsoft.com/office/drawing/2014/main" id="{BBE33486-1A26-9B55-897F-E21A9D782C94}"/>
              </a:ext>
            </a:extLst>
          </p:cNvPr>
          <p:cNvSpPr txBox="1"/>
          <p:nvPr/>
        </p:nvSpPr>
        <p:spPr>
          <a:xfrm>
            <a:off x="6492240" y="1463040"/>
            <a:ext cx="4937760" cy="430887"/>
          </a:xfrm>
          <a:prstGeom prst="rect">
            <a:avLst/>
          </a:prstGeom>
          <a:noFill/>
        </p:spPr>
        <p:txBody>
          <a:bodyPr wrap="square">
            <a:noAutofit/>
          </a:bodyPr>
          <a:lstStyle/>
          <a:p>
            <a:r>
              <a:rPr lang="en-US" sz="2200" b="1">
                <a:solidFill>
                  <a:srgbClr val="000000"/>
                </a:solidFill>
                <a:latin typeface="Calibri" panose="020F0502020204030204" pitchFamily="34" charset="0"/>
              </a:rPr>
              <a:t>Stagger datasets</a:t>
            </a:r>
            <a:endParaRPr sz="2200" b="1" dirty="0">
              <a:solidFill>
                <a:srgbClr val="000000"/>
              </a:solidFill>
              <a:latin typeface="Calibri" panose="020F0502020204030204" pitchFamily="34" charset="0"/>
            </a:endParaRPr>
          </a:p>
        </p:txBody>
      </p:sp>
      <p:sp>
        <p:nvSpPr>
          <p:cNvPr id="19" name="TextBox 18">
            <a:extLst>
              <a:ext uri="{FF2B5EF4-FFF2-40B4-BE49-F238E27FC236}">
                <a16:creationId xmlns:a16="http://schemas.microsoft.com/office/drawing/2014/main" id="{8ACC2210-B02E-C807-76AC-1C2EFAEF7739}"/>
              </a:ext>
            </a:extLst>
          </p:cNvPr>
          <p:cNvSpPr txBox="1"/>
          <p:nvPr/>
        </p:nvSpPr>
        <p:spPr>
          <a:xfrm>
            <a:off x="6492240" y="2194559"/>
            <a:ext cx="4937760" cy="2095500"/>
          </a:xfrm>
          <a:prstGeom prst="rect">
            <a:avLst/>
          </a:prstGeom>
          <a:noFill/>
        </p:spPr>
        <p:txBody>
          <a:bodyPr wrap="square">
            <a:noAutofit/>
          </a:bodyPr>
          <a:lstStyle/>
          <a:p>
            <a:pPr>
              <a:lnSpc>
                <a:spcPct val="115000"/>
              </a:lnSpc>
              <a:spcAft>
                <a:spcPts val="1200"/>
              </a:spcAft>
            </a:pPr>
            <a:r>
              <a:rPr lang="en-US" sz="2000">
                <a:solidFill>
                  <a:srgbClr val="1A1A1A"/>
                </a:solidFill>
                <a:latin typeface="Calibri" panose="020F0502020204030204" pitchFamily="34" charset="0"/>
              </a:rPr>
              <a:t>The upper bound is 21 on each stagger dataset.</a:t>
            </a:r>
          </a:p>
          <a:p>
            <a:pPr>
              <a:lnSpc>
                <a:spcPct val="115000"/>
              </a:lnSpc>
              <a:spcAft>
                <a:spcPts val="1200"/>
              </a:spcAft>
            </a:pPr>
            <a:r>
              <a:rPr lang="en-US" sz="2000">
                <a:solidFill>
                  <a:srgbClr val="1A1A1A"/>
                </a:solidFill>
                <a:latin typeface="Calibri" panose="020F0502020204030204" pitchFamily="34" charset="0"/>
              </a:rPr>
              <a:t>Measured results reach 19 and 20.</a:t>
            </a:r>
          </a:p>
          <a:p>
            <a:pPr>
              <a:lnSpc>
                <a:spcPct val="115000"/>
              </a:lnSpc>
              <a:spcAft>
                <a:spcPts val="1200"/>
              </a:spcAft>
            </a:pPr>
            <a:r>
              <a:rPr lang="en-US" sz="2000">
                <a:solidFill>
                  <a:srgbClr val="1A1A1A"/>
                </a:solidFill>
                <a:latin typeface="Calibri" panose="020F0502020204030204" pitchFamily="34" charset="0"/>
              </a:rPr>
              <a:t>Those remaining gaps are unresolved.</a:t>
            </a:r>
            <a:endParaRPr lang="en-US" sz="2000" dirty="0">
              <a:solidFill>
                <a:srgbClr val="1A1A1A"/>
              </a:solidFill>
              <a:latin typeface="Calibri" panose="020F0502020204030204" pitchFamily="34" charset="0"/>
            </a:endParaRPr>
          </a:p>
        </p:txBody>
      </p:sp>
      <p:sp>
        <p:nvSpPr>
          <p:cNvPr id="6" name="Footer Card 20">
            <a:extLst>
              <a:ext uri="{FF2B5EF4-FFF2-40B4-BE49-F238E27FC236}">
                <a16:creationId xmlns:a16="http://schemas.microsoft.com/office/drawing/2014/main" id="{AB4D2C2B-97B8-3B21-388B-09229F9A3EFA}"/>
              </a:ext>
            </a:extLst>
          </p:cNvPr>
          <p:cNvSpPr/>
          <p:nvPr/>
        </p:nvSpPr>
        <p:spPr>
          <a:xfrm>
            <a:off x="457200" y="5181600"/>
            <a:ext cx="11201400" cy="13716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023F1CF4-A312-8E8E-481A-FD6D6BB15480}"/>
              </a:ext>
            </a:extLst>
          </p:cNvPr>
          <p:cNvSpPr txBox="1"/>
          <p:nvPr/>
        </p:nvSpPr>
        <p:spPr>
          <a:xfrm>
            <a:off x="731520" y="5334000"/>
            <a:ext cx="10668000" cy="400110"/>
          </a:xfrm>
          <a:prstGeom prst="rect">
            <a:avLst/>
          </a:prstGeom>
          <a:noFill/>
        </p:spPr>
        <p:txBody>
          <a:bodyPr vert="horz" rtlCol="0">
            <a:noAutofit/>
          </a:bodyPr>
          <a:lstStyle/>
          <a:p>
            <a:r>
              <a:rPr lang="en-US" sz="2000" b="1">
                <a:solidFill>
                  <a:srgbClr val="000000"/>
                </a:solidFill>
                <a:latin typeface="Calibri" panose="020F0502020204030204" pitchFamily="34" charset="0"/>
              </a:rPr>
              <a:t>Evidence boundary</a:t>
            </a:r>
            <a:endParaRPr lang="en-AU" sz="20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F0AE5DB2-73E5-8FE9-FE51-45675AE50032}"/>
              </a:ext>
            </a:extLst>
          </p:cNvPr>
          <p:cNvSpPr txBox="1"/>
          <p:nvPr/>
        </p:nvSpPr>
        <p:spPr>
          <a:xfrm>
            <a:off x="731520" y="5715000"/>
            <a:ext cx="10668000" cy="584775"/>
          </a:xfrm>
          <a:prstGeom prst="rect">
            <a:avLst/>
          </a:prstGeom>
          <a:noFill/>
        </p:spPr>
        <p:txBody>
          <a:bodyPr vert="horz" rtlCol="0">
            <a:noAutofit/>
          </a:bodyPr>
          <a:lstStyle/>
          <a:p>
            <a:r>
              <a:rPr lang="en-US" sz="1700">
                <a:solidFill>
                  <a:srgbClr val="1A1A1A"/>
                </a:solidFill>
                <a:latin typeface="+mj-lt"/>
              </a:rPr>
              <a:t>Smoothness is locally optimal only. These are synthetic, maintenance-only benchmarks. A new fleet, regenerated check list, or changed rules needs a fresh study.</a:t>
            </a:r>
            <a:endParaRPr lang="en-AU" sz="1700" dirty="0">
              <a:solidFill>
                <a:srgbClr val="1A1A1A"/>
              </a:solidFill>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FINAL RECOMMENDATION</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200" b="1">
                <a:solidFill>
                  <a:srgbClr val="000000"/>
                </a:solidFill>
                <a:latin typeface="Calibri"/>
              </a:rPr>
              <a:t>Priority selection remains the method to take forward</a:t>
            </a:r>
            <a:endParaRPr sz="3200" b="1">
              <a:solidFill>
                <a:srgbClr val="000000"/>
              </a:solidFill>
              <a:latin typeface="Calibri"/>
            </a:endParaRPr>
          </a:p>
        </p:txBody>
      </p:sp>
      <p:sp>
        <p:nvSpPr>
          <p:cNvPr id="6" name="Rounded Rectangle 5"/>
          <p:cNvSpPr/>
          <p:nvPr/>
        </p:nvSpPr>
        <p:spPr>
          <a:xfrm>
            <a:off x="457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389888"/>
            <a:ext cx="5074920" cy="365760"/>
          </a:xfrm>
          <a:prstGeom prst="rect">
            <a:avLst/>
          </a:prstGeom>
          <a:noFill/>
        </p:spPr>
        <p:txBody>
          <a:bodyPr wrap="square">
            <a:noAutofit/>
          </a:bodyPr>
          <a:lstStyle/>
          <a:p>
            <a:pPr algn="l"/>
            <a:r>
              <a:rPr lang="en-AU" sz="1700" b="1">
                <a:solidFill>
                  <a:srgbClr val="000000"/>
                </a:solidFill>
                <a:latin typeface="Calibri"/>
              </a:rPr>
              <a:t>METHOD</a:t>
            </a:r>
            <a:endParaRPr sz="1700" b="1">
              <a:solidFill>
                <a:srgbClr val="000000"/>
              </a:solidFill>
              <a:latin typeface="Calibri"/>
            </a:endParaRPr>
          </a:p>
        </p:txBody>
      </p:sp>
      <p:sp>
        <p:nvSpPr>
          <p:cNvPr id="8" name="TextBox 7"/>
          <p:cNvSpPr txBox="1"/>
          <p:nvPr/>
        </p:nvSpPr>
        <p:spPr>
          <a:xfrm>
            <a:off x="658368" y="1810511"/>
            <a:ext cx="5074920" cy="698500"/>
          </a:xfrm>
          <a:prstGeom prst="rect">
            <a:avLst/>
          </a:prstGeom>
          <a:noFill/>
        </p:spPr>
        <p:txBody>
          <a:bodyPr wrap="square">
            <a:noAutofit/>
          </a:bodyPr>
          <a:lstStyle/>
          <a:p>
            <a:pPr algn="l"/>
            <a:r>
              <a:rPr lang="en-US" sz="2700" b="1">
                <a:solidFill>
                  <a:srgbClr val="000000"/>
                </a:solidFill>
                <a:latin typeface="Calibri"/>
              </a:rPr>
              <a:t>Priority hill-climb</a:t>
            </a:r>
            <a:endParaRPr sz="2700" b="1">
              <a:solidFill>
                <a:srgbClr val="000000"/>
              </a:solidFill>
              <a:latin typeface="Calibri"/>
            </a:endParaRPr>
          </a:p>
        </p:txBody>
      </p:sp>
      <p:sp>
        <p:nvSpPr>
          <p:cNvPr id="9" name="Rounded Rectangle 8"/>
          <p:cNvSpPr/>
          <p:nvPr/>
        </p:nvSpPr>
        <p:spPr>
          <a:xfrm>
            <a:off x="6172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389888"/>
            <a:ext cx="5074920" cy="365760"/>
          </a:xfrm>
          <a:prstGeom prst="rect">
            <a:avLst/>
          </a:prstGeom>
          <a:noFill/>
        </p:spPr>
        <p:txBody>
          <a:bodyPr wrap="square">
            <a:noAutofit/>
          </a:bodyPr>
          <a:lstStyle/>
          <a:p>
            <a:pPr algn="l"/>
            <a:r>
              <a:rPr lang="en-AU" sz="1700" b="1">
                <a:solidFill>
                  <a:srgbClr val="000000"/>
                </a:solidFill>
                <a:latin typeface="Calibri"/>
              </a:rPr>
              <a:t>SHARED SETTINGS</a:t>
            </a:r>
            <a:endParaRPr sz="1700" b="1">
              <a:solidFill>
                <a:srgbClr val="000000"/>
              </a:solidFill>
              <a:latin typeface="Calibri"/>
            </a:endParaRPr>
          </a:p>
        </p:txBody>
      </p:sp>
      <p:sp>
        <p:nvSpPr>
          <p:cNvPr id="11" name="TextBox 10"/>
          <p:cNvSpPr txBox="1"/>
          <p:nvPr/>
        </p:nvSpPr>
        <p:spPr>
          <a:xfrm>
            <a:off x="6373368" y="1810511"/>
            <a:ext cx="5074920" cy="698500"/>
          </a:xfrm>
          <a:prstGeom prst="rect">
            <a:avLst/>
          </a:prstGeom>
          <a:noFill/>
        </p:spPr>
        <p:txBody>
          <a:bodyPr wrap="square">
            <a:noAutofit/>
          </a:bodyPr>
          <a:lstStyle/>
          <a:p>
            <a:pPr algn="l"/>
            <a:r>
              <a:rPr lang="en-US" sz="2700" b="1">
                <a:solidFill>
                  <a:srgbClr val="000000"/>
                </a:solidFill>
                <a:latin typeface="Calibri"/>
              </a:rPr>
              <a:t>C30, cap 400</a:t>
            </a:r>
            <a:endParaRPr sz="2700" b="1">
              <a:solidFill>
                <a:srgbClr val="000000"/>
              </a:solidFill>
              <a:latin typeface="Calibri"/>
            </a:endParaRPr>
          </a:p>
        </p:txBody>
      </p:sp>
      <p:sp>
        <p:nvSpPr>
          <p:cNvPr id="12" name="Rounded Rectangle 11"/>
          <p:cNvSpPr/>
          <p:nvPr/>
        </p:nvSpPr>
        <p:spPr>
          <a:xfrm>
            <a:off x="457200" y="2834640"/>
            <a:ext cx="11247120" cy="35204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063240"/>
            <a:ext cx="10698480" cy="430887"/>
          </a:xfrm>
          <a:prstGeom prst="rect">
            <a:avLst/>
          </a:prstGeom>
          <a:noFill/>
        </p:spPr>
        <p:txBody>
          <a:bodyPr wrap="square">
            <a:noAutofit/>
          </a:bodyPr>
          <a:lstStyle/>
          <a:p>
            <a:pPr algn="l"/>
            <a:r>
              <a:rPr lang="en-US" sz="2200" b="1">
                <a:solidFill>
                  <a:srgbClr val="000000"/>
                </a:solidFill>
                <a:latin typeface="Calibri"/>
              </a:rPr>
              <a:t>Project outcome</a:t>
            </a:r>
            <a:endParaRPr sz="2200" b="1" dirty="0">
              <a:solidFill>
                <a:srgbClr val="000000"/>
              </a:solidFill>
              <a:latin typeface="Calibri"/>
            </a:endParaRPr>
          </a:p>
        </p:txBody>
      </p:sp>
      <p:sp>
        <p:nvSpPr>
          <p:cNvPr id="14" name="TextBox 13"/>
          <p:cNvSpPr txBox="1"/>
          <p:nvPr/>
        </p:nvSpPr>
        <p:spPr>
          <a:xfrm>
            <a:off x="731520" y="3657600"/>
            <a:ext cx="10698480" cy="1938992"/>
          </a:xfrm>
          <a:prstGeom prst="rect">
            <a:avLst/>
          </a:prstGeom>
          <a:noFill/>
        </p:spPr>
        <p:txBody>
          <a:bodyPr wrap="square">
            <a:noAutofit/>
          </a:bodyPr>
          <a:lstStyle/>
          <a:p>
            <a:pPr algn="l">
              <a:spcAft>
                <a:spcPts val="1400"/>
              </a:spcAft>
            </a:pPr>
            <a:r>
              <a:rPr lang="en-US" sz="2000" b="0">
                <a:solidFill>
                  <a:srgbClr val="1A1A1A"/>
                </a:solidFill>
                <a:latin typeface="Calibri"/>
              </a:rPr>
              <a:t>Iteration 1 raised original worst-day availability from 15 to 18.</a:t>
            </a:r>
          </a:p>
          <a:p>
            <a:pPr algn="l">
              <a:spcAft>
                <a:spcPts val="1400"/>
              </a:spcAft>
            </a:pPr>
            <a:r>
              <a:rPr lang="en-US" sz="2000" b="0">
                <a:solidFill>
                  <a:srgbClr val="1A1A1A"/>
                </a:solidFill>
                <a:latin typeface="Calibri"/>
              </a:rPr>
              <a:t>Basin-hopping offered too little smoothness gain for its runtime.</a:t>
            </a:r>
          </a:p>
          <a:p>
            <a:pPr algn="l">
              <a:spcAft>
                <a:spcPts val="1400"/>
              </a:spcAft>
            </a:pPr>
            <a:r>
              <a:rPr lang="en-US" sz="2000" b="0">
                <a:solidFill>
                  <a:srgbClr val="1A1A1A"/>
                </a:solidFill>
                <a:latin typeface="Calibri"/>
              </a:rPr>
              <a:t>Three-dataset tuning supports C30 as the shared setting.</a:t>
            </a:r>
          </a:p>
          <a:p>
            <a:pPr algn="l">
              <a:spcAft>
                <a:spcPts val="1400"/>
              </a:spcAft>
            </a:pPr>
            <a:r>
              <a:rPr lang="en-US" sz="2000" b="0">
                <a:solidFill>
                  <a:srgbClr val="1A1A1A"/>
                </a:solidFill>
                <a:latin typeface="Calibri"/>
              </a:rPr>
              <a:t>Use C57 when the original forecast needs the best measured smoothness.</a:t>
            </a:r>
            <a:endParaRPr sz="2000" b="0" dirty="0">
              <a:solidFill>
                <a:srgbClr val="1A1A1A"/>
              </a:solidFill>
              <a:latin typeface="Calibri"/>
            </a:endParaRPr>
          </a:p>
        </p:txBody>
      </p:sp>
    </p:spTree>
    <p:extLst>
      <p:ext uri="{BB962C8B-B14F-4D97-AF65-F5344CB8AC3E}">
        <p14:creationId xmlns:p14="http://schemas.microsoft.com/office/powerpoint/2010/main" val="119599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8F286-5669-8427-1D0F-CA345657D3AC}"/>
              </a:ext>
            </a:extLst>
          </p:cNvPr>
          <p:cNvSpPr>
            <a:spLocks noGrp="1"/>
          </p:cNvSpPr>
          <p:nvPr>
            <p:ph type="title"/>
          </p:nvPr>
        </p:nvSpPr>
        <p:spPr/>
        <p:txBody>
          <a:bodyPr/>
          <a:lstStyle/>
          <a:p>
            <a:r>
              <a:rPr lang="en-AU" noProof="0" dirty="0"/>
              <a:t>References</a:t>
            </a:r>
          </a:p>
        </p:txBody>
      </p:sp>
      <p:sp>
        <p:nvSpPr>
          <p:cNvPr id="3" name="Content Placeholder 2">
            <a:extLst>
              <a:ext uri="{FF2B5EF4-FFF2-40B4-BE49-F238E27FC236}">
                <a16:creationId xmlns:a16="http://schemas.microsoft.com/office/drawing/2014/main" id="{493858AE-5184-BF77-CA05-BC56957F9AE2}"/>
              </a:ext>
            </a:extLst>
          </p:cNvPr>
          <p:cNvSpPr>
            <a:spLocks noGrp="1"/>
          </p:cNvSpPr>
          <p:nvPr>
            <p:ph idx="1"/>
          </p:nvPr>
        </p:nvSpPr>
        <p:spPr>
          <a:xfrm>
            <a:off x="838200" y="1825625"/>
            <a:ext cx="10515600" cy="3619500"/>
          </a:xfrm>
        </p:spPr>
        <p:txBody>
          <a:bodyPr>
            <a:normAutofit/>
          </a:bodyPr>
          <a:lstStyle/>
          <a:p>
            <a:r>
              <a:rPr lang="en-AU" sz="2300" b="1" noProof="0" dirty="0">
                <a:latin typeface="Arial" panose="020B0604020202020204" pitchFamily="34" charset="0"/>
                <a:cs typeface="Arial" panose="020B0604020202020204" pitchFamily="34" charset="0"/>
              </a:rPr>
              <a:t>Pippin, Bradley W.</a:t>
            </a:r>
            <a:r>
              <a:rPr lang="en-AU" sz="2300" noProof="0" dirty="0">
                <a:latin typeface="Arial" panose="020B0604020202020204" pitchFamily="34" charset="0"/>
                <a:cs typeface="Arial" panose="020B0604020202020204" pitchFamily="34" charset="0"/>
              </a:rPr>
              <a:t> Allocating Flight Hours to Army Helicopters. PhD thesis, Naval Postgraduate School, 1998.</a:t>
            </a:r>
          </a:p>
          <a:p>
            <a:r>
              <a:rPr lang="en-AU" sz="2300" b="1" noProof="0" dirty="0">
                <a:latin typeface="Arial" panose="020B0604020202020204" pitchFamily="34" charset="0"/>
                <a:cs typeface="Arial" panose="020B0604020202020204" pitchFamily="34" charset="0"/>
              </a:rPr>
              <a:t>U.S. Army, </a:t>
            </a:r>
            <a:r>
              <a:rPr lang="en-AU" sz="2300" noProof="0" dirty="0">
                <a:latin typeface="Arial" panose="020B0604020202020204" pitchFamily="34" charset="0"/>
                <a:cs typeface="Arial" panose="020B0604020202020204" pitchFamily="34" charset="0"/>
              </a:rPr>
              <a:t>Black Hawk helicopter celebrates 40 years of aviation service with the Army, 2018.</a:t>
            </a:r>
          </a:p>
          <a:p>
            <a:r>
              <a:rPr lang="en-AU" sz="2300" b="1" noProof="0" dirty="0">
                <a:latin typeface="Arial" panose="020B0604020202020204" pitchFamily="34" charset="0"/>
                <a:cs typeface="Arial" panose="020B0604020202020204" pitchFamily="34" charset="0"/>
              </a:rPr>
              <a:t>Winata, Leonard</a:t>
            </a:r>
            <a:r>
              <a:rPr lang="en-AU" sz="2300" noProof="0" dirty="0">
                <a:latin typeface="Arial" panose="020B0604020202020204" pitchFamily="34" charset="0"/>
                <a:cs typeface="Arial" panose="020B0604020202020204" pitchFamily="34" charset="0"/>
              </a:rPr>
              <a:t>. Heuristic approaches for flight and maintenance planning of Large Fleets. Doctor of Philosophy Thesis, RMIT University, 2011.</a:t>
            </a:r>
          </a:p>
          <a:p>
            <a:endParaRPr lang="en-AU" sz="2300" noProof="0" dirty="0">
              <a:latin typeface="Arial" panose="020B0604020202020204" pitchFamily="34" charset="0"/>
              <a:cs typeface="Arial" panose="020B0604020202020204" pitchFamily="34" charset="0"/>
            </a:endParaRPr>
          </a:p>
        </p:txBody>
      </p:sp>
      <p:sp>
        <p:nvSpPr>
          <p:cNvPr id="4" name="Internal evidence">
            <a:extLst>
              <a:ext uri="{FF2B5EF4-FFF2-40B4-BE49-F238E27FC236}">
                <a16:creationId xmlns:a16="http://schemas.microsoft.com/office/drawing/2014/main" id="{CDF9D5F7-0E3F-95EB-3640-5B8389392C2F}"/>
              </a:ext>
            </a:extLst>
          </p:cNvPr>
          <p:cNvSpPr txBox="1"/>
          <p:nvPr/>
        </p:nvSpPr>
        <p:spPr>
          <a:xfrm>
            <a:off x="838200" y="5549900"/>
            <a:ext cx="10515600" cy="523220"/>
          </a:xfrm>
          <a:prstGeom prst="rect">
            <a:avLst/>
          </a:prstGeom>
          <a:noFill/>
        </p:spPr>
        <p:txBody>
          <a:bodyPr vert="horz" lIns="0" tIns="0" rIns="0" bIns="0" rtlCol="0">
            <a:noAutofit/>
          </a:bodyPr>
          <a:lstStyle/>
          <a:p>
            <a:r>
              <a:rPr lang="en-US" sz="1700">
                <a:solidFill>
                  <a:srgbClr val="000000"/>
                </a:solidFill>
                <a:latin typeface="Calibri" panose="020F0502020204030204" pitchFamily="34" charset="0"/>
              </a:rPr>
              <a:t>Project evidence: Iteration 1 milestone deck, completed technical report (12 Oct 2026), three-forecast hyperparameter report (14 Oct 2026), and saved study results.</a:t>
            </a:r>
            <a:endParaRPr lang="en-AU" sz="1700">
              <a:solidFill>
                <a:srgbClr val="000000"/>
              </a:solidFill>
              <a:latin typeface="Calibri" panose="020F0502020204030204" pitchFamily="34" charset="0"/>
            </a:endParaRPr>
          </a:p>
        </p:txBody>
      </p:sp>
    </p:spTree>
    <p:extLst>
      <p:ext uri="{BB962C8B-B14F-4D97-AF65-F5344CB8AC3E}">
        <p14:creationId xmlns:p14="http://schemas.microsoft.com/office/powerpoint/2010/main" val="3109729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93E17583-7247-D2B9-C13F-B371424FC561}"/>
            </a:ext>
          </a:extLst>
        </p:cNvPr>
        <p:cNvGrpSpPr/>
        <p:nvPr/>
      </p:nvGrpSpPr>
      <p:grpSpPr>
        <a:xfrm>
          <a:off x="0" y="0"/>
          <a:ext cx="0" cy="0"/>
          <a:chOff x="0" y="0"/>
          <a:chExt cx="0" cy="0"/>
        </a:xfrm>
      </p:grpSpPr>
      <p:sp useBgFill="1">
        <p:nvSpPr>
          <p:cNvPr id="31"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AU" noProof="0" dirty="0"/>
          </a:p>
        </p:txBody>
      </p:sp>
      <p:sp>
        <p:nvSpPr>
          <p:cNvPr id="2" name="Title 1">
            <a:extLst>
              <a:ext uri="{FF2B5EF4-FFF2-40B4-BE49-F238E27FC236}">
                <a16:creationId xmlns:a16="http://schemas.microsoft.com/office/drawing/2014/main" id="{2A7D94F0-52A1-115F-023D-9DC071C5AD47}"/>
              </a:ext>
            </a:extLst>
          </p:cNvPr>
          <p:cNvSpPr>
            <a:spLocks noGrp="1"/>
          </p:cNvSpPr>
          <p:nvPr>
            <p:ph type="title"/>
          </p:nvPr>
        </p:nvSpPr>
        <p:spPr>
          <a:xfrm>
            <a:off x="324091" y="0"/>
            <a:ext cx="4080362" cy="1708242"/>
          </a:xfrm>
        </p:spPr>
        <p:txBody>
          <a:bodyPr anchor="ctr">
            <a:noAutofit/>
          </a:bodyPr>
          <a:lstStyle/>
          <a:p>
            <a:r>
              <a:rPr lang="en-AU" sz="4000" b="1" noProof="0"/>
              <a:t>Backup: simple fleet input</a:t>
            </a:r>
            <a:endParaRPr lang="en-AU" sz="4000" b="1" noProof="0" dirty="0"/>
          </a:p>
        </p:txBody>
      </p:sp>
      <p:sp>
        <p:nvSpPr>
          <p:cNvPr id="9" name="Rectangle 5">
            <a:extLst>
              <a:ext uri="{FF2B5EF4-FFF2-40B4-BE49-F238E27FC236}">
                <a16:creationId xmlns:a16="http://schemas.microsoft.com/office/drawing/2014/main" id="{B78D83E5-E1DF-1F06-8A2A-658630B39817}"/>
              </a:ext>
            </a:extLst>
          </p:cNvPr>
          <p:cNvSpPr>
            <a:spLocks noGrp="1" noChangeArrowheads="1"/>
          </p:cNvSpPr>
          <p:nvPr>
            <p:ph idx="1"/>
          </p:nvPr>
        </p:nvSpPr>
        <p:spPr bwMode="auto">
          <a:xfrm>
            <a:off x="324092" y="1088020"/>
            <a:ext cx="5010108" cy="561372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Autofit/>
          </a:bodyPr>
          <a:lstStyle/>
          <a:p>
            <a:pPr marL="0" marR="0" lvl="0" indent="0" defTabSz="914400" rtl="0" eaLnBrk="0" fontAlgn="base" latinLnBrk="0" hangingPunct="0">
              <a:spcBef>
                <a:spcPct val="0"/>
              </a:spcBef>
              <a:spcAft>
                <a:spcPts val="2000"/>
              </a:spcAft>
              <a:buClrTx/>
              <a:buSzTx/>
              <a:buNone/>
              <a:tabLst/>
            </a:pPr>
            <a:r>
              <a:rPr kumimoji="0" lang="en-US" sz="2100" b="0" i="0" u="none" strike="noStrike" cap="none" normalizeH="0" baseline="0" noProof="0">
                <a:ln>
                  <a:noFill/>
                </a:ln>
                <a:effectLst/>
                <a:latin typeface="Arial" panose="020B0604020202020204" pitchFamily="34" charset="0"/>
              </a:rPr>
              <a:t>10 aircraft with 8 checks each</a:t>
            </a:r>
          </a:p>
          <a:p>
            <a:pPr marL="0" marR="0" lvl="0" indent="0" defTabSz="914400" rtl="0" eaLnBrk="0" fontAlgn="base" latinLnBrk="0" hangingPunct="0">
              <a:spcBef>
                <a:spcPct val="0"/>
              </a:spcBef>
              <a:spcAft>
                <a:spcPts val="2000"/>
              </a:spcAft>
              <a:buClrTx/>
              <a:buSzTx/>
              <a:buNone/>
              <a:tabLst/>
            </a:pPr>
            <a:r>
              <a:rPr kumimoji="0" lang="en-US" sz="2100" b="0" i="0" u="none" strike="noStrike" cap="none" normalizeH="0" baseline="0" noProof="0">
                <a:ln>
                  <a:noFill/>
                </a:ln>
                <a:effectLst/>
                <a:latin typeface="Arial" panose="020B0604020202020204" pitchFamily="34" charset="0"/>
              </a:rPr>
              <a:t>80 checks, each lasting 60 days</a:t>
            </a:r>
          </a:p>
          <a:p>
            <a:pPr marL="0" marR="0" lvl="0" indent="0" defTabSz="914400" rtl="0" eaLnBrk="0" fontAlgn="base" latinLnBrk="0" hangingPunct="0">
              <a:spcBef>
                <a:spcPct val="0"/>
              </a:spcBef>
              <a:spcAft>
                <a:spcPts val="2000"/>
              </a:spcAft>
              <a:buClrTx/>
              <a:buSzTx/>
              <a:buNone/>
              <a:tabLst/>
            </a:pPr>
            <a:r>
              <a:rPr kumimoji="0" lang="en-US" sz="2100" b="0" i="0" u="none" strike="noStrike" cap="none" normalizeH="0" baseline="0" noProof="0">
                <a:ln>
                  <a:noFill/>
                </a:ln>
                <a:effectLst/>
                <a:latin typeface="Arial" panose="020B0604020202020204" pitchFamily="34" charset="0"/>
              </a:rPr>
              <a:t>Maintenance intervals of 320–380 days</a:t>
            </a:r>
          </a:p>
          <a:p>
            <a:pPr marL="0" marR="0" lvl="0" indent="0" defTabSz="914400" rtl="0" eaLnBrk="0" fontAlgn="base" latinLnBrk="0" hangingPunct="0">
              <a:spcBef>
                <a:spcPct val="0"/>
              </a:spcBef>
              <a:spcAft>
                <a:spcPts val="2000"/>
              </a:spcAft>
              <a:buClrTx/>
              <a:buSzTx/>
              <a:buNone/>
              <a:tabLst/>
            </a:pPr>
            <a:r>
              <a:rPr kumimoji="0" lang="en-US" sz="2100" b="0" i="0" u="none" strike="noStrike" cap="none" normalizeH="0" baseline="0" noProof="0">
                <a:ln>
                  <a:noFill/>
                </a:ln>
                <a:effectLst/>
                <a:latin typeface="Arial" panose="020B0604020202020204" pitchFamily="34" charset="0"/>
              </a:rPr>
              <a:t>The random start creates overlapping maintenance</a:t>
            </a:r>
          </a:p>
          <a:p>
            <a:pPr marL="0" marR="0" lvl="0" indent="0" defTabSz="914400" rtl="0" eaLnBrk="0" fontAlgn="base" latinLnBrk="0" hangingPunct="0">
              <a:spcBef>
                <a:spcPct val="0"/>
              </a:spcBef>
              <a:spcAft>
                <a:spcPts val="2000"/>
              </a:spcAft>
              <a:buClrTx/>
              <a:buSzTx/>
              <a:buNone/>
              <a:tabLst/>
            </a:pPr>
            <a:r>
              <a:rPr kumimoji="0" lang="en-US" sz="2100" b="0" i="0" u="none" strike="noStrike" cap="none" normalizeH="0" baseline="0" noProof="0">
                <a:ln>
                  <a:noFill/>
                </a:ln>
                <a:effectLst/>
                <a:latin typeface="Arial" panose="020B0604020202020204" pitchFamily="34" charset="0"/>
              </a:rPr>
              <a:t>Goal: keep at least 8 aircraft available</a:t>
            </a:r>
            <a:endParaRPr kumimoji="0" lang="en-AU" sz="2100" b="0" i="0" u="none" strike="noStrike" cap="none" normalizeH="0" baseline="0" noProof="0" dirty="0">
              <a:ln>
                <a:noFill/>
              </a:ln>
              <a:effectLst/>
              <a:latin typeface="Arial" panose="020B0604020202020204" pitchFamily="34" charset="0"/>
            </a:endParaRPr>
          </a:p>
        </p:txBody>
      </p:sp>
      <p:sp>
        <p:nvSpPr>
          <p:cNvPr id="32" name="Rectangle 31">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0"/>
            <a:ext cx="678179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pic>
        <p:nvPicPr>
          <p:cNvPr id="11" name="Picture 10">
            <a:extLst>
              <a:ext uri="{FF2B5EF4-FFF2-40B4-BE49-F238E27FC236}">
                <a16:creationId xmlns:a16="http://schemas.microsoft.com/office/drawing/2014/main" id="{B096626D-A8A2-4179-7C98-3F853F6F2463}"/>
              </a:ext>
            </a:extLst>
          </p:cNvPr>
          <p:cNvPicPr>
            <a:picLocks noChangeAspect="1"/>
          </p:cNvPicPr>
          <p:nvPr/>
        </p:nvPicPr>
        <p:blipFill>
          <a:blip r:embed="rId3"/>
          <a:stretch>
            <a:fillRect/>
          </a:stretch>
        </p:blipFill>
        <p:spPr>
          <a:xfrm>
            <a:off x="5192847" y="1565476"/>
            <a:ext cx="6999151" cy="3727048"/>
          </a:xfrm>
          <a:prstGeom prst="rect">
            <a:avLst/>
          </a:prstGeom>
        </p:spPr>
      </p:pic>
    </p:spTree>
    <p:extLst>
      <p:ext uri="{BB962C8B-B14F-4D97-AF65-F5344CB8AC3E}">
        <p14:creationId xmlns:p14="http://schemas.microsoft.com/office/powerpoint/2010/main" val="3586451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7B418882-17B0-915B-638B-C4C536C466C9}"/>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2" name="Title 1">
            <a:extLst>
              <a:ext uri="{FF2B5EF4-FFF2-40B4-BE49-F238E27FC236}">
                <a16:creationId xmlns:a16="http://schemas.microsoft.com/office/drawing/2014/main" id="{B7E68EBB-78B6-E914-90C1-6CC53B736A85}"/>
              </a:ext>
            </a:extLst>
          </p:cNvPr>
          <p:cNvSpPr>
            <a:spLocks noGrp="1"/>
          </p:cNvSpPr>
          <p:nvPr>
            <p:ph type="title"/>
          </p:nvPr>
        </p:nvSpPr>
        <p:spPr>
          <a:xfrm>
            <a:off x="556532" y="643467"/>
            <a:ext cx="11210925" cy="744836"/>
          </a:xfrm>
        </p:spPr>
        <p:txBody>
          <a:bodyPr vert="horz" lIns="91440" tIns="45720" rIns="91440" bIns="45720" rtlCol="0" anchor="ctr">
            <a:noAutofit/>
          </a:bodyPr>
          <a:lstStyle/>
          <a:p>
            <a:pPr algn="ctr"/>
            <a:r>
              <a:rPr lang="en-AU" sz="3200" kern="1200" noProof="0">
                <a:solidFill>
                  <a:schemeClr val="bg1"/>
                </a:solidFill>
                <a:latin typeface="+mj-lt"/>
                <a:ea typeface="+mj-ea"/>
                <a:cs typeface="+mj-cs"/>
              </a:rPr>
              <a:t>Backup: historical availability result</a:t>
            </a:r>
            <a:endParaRPr lang="en-AU" sz="3200" kern="1200" noProof="0" dirty="0">
              <a:solidFill>
                <a:schemeClr val="bg1"/>
              </a:solidFill>
              <a:latin typeface="+mj-lt"/>
              <a:ea typeface="+mj-ea"/>
              <a:cs typeface="+mj-cs"/>
            </a:endParaRPr>
          </a:p>
        </p:txBody>
      </p:sp>
      <p:pic>
        <p:nvPicPr>
          <p:cNvPr id="5" name="Picture 4">
            <a:extLst>
              <a:ext uri="{FF2B5EF4-FFF2-40B4-BE49-F238E27FC236}">
                <a16:creationId xmlns:a16="http://schemas.microsoft.com/office/drawing/2014/main" id="{BC81579A-8727-45A4-0C5E-8AF40B12CC1A}"/>
              </a:ext>
            </a:extLst>
          </p:cNvPr>
          <p:cNvPicPr>
            <a:picLocks noChangeAspect="1"/>
          </p:cNvPicPr>
          <p:nvPr/>
        </p:nvPicPr>
        <p:blipFill>
          <a:blip r:embed="rId3"/>
          <a:stretch>
            <a:fillRect/>
          </a:stretch>
        </p:blipFill>
        <p:spPr>
          <a:xfrm>
            <a:off x="3416391" y="2113281"/>
            <a:ext cx="8645706" cy="3393440"/>
          </a:xfrm>
          <a:prstGeom prst="rect">
            <a:avLst/>
          </a:prstGeom>
        </p:spPr>
      </p:pic>
      <p:sp>
        <p:nvSpPr>
          <p:cNvPr id="13" name="AutoShape 10" descr="Optimization algorithm workflow diagram">
            <a:extLst>
              <a:ext uri="{FF2B5EF4-FFF2-40B4-BE49-F238E27FC236}">
                <a16:creationId xmlns:a16="http://schemas.microsoft.com/office/drawing/2014/main" id="{B968A629-87FD-BE29-B42B-137ACE7B7D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noProof="0" dirty="0"/>
          </a:p>
        </p:txBody>
      </p:sp>
      <p:sp>
        <p:nvSpPr>
          <p:cNvPr id="3" name="TextBox 2">
            <a:extLst>
              <a:ext uri="{FF2B5EF4-FFF2-40B4-BE49-F238E27FC236}">
                <a16:creationId xmlns:a16="http://schemas.microsoft.com/office/drawing/2014/main" id="{72A31813-CDCF-7253-FD64-AEABA5EAF128}"/>
              </a:ext>
            </a:extLst>
          </p:cNvPr>
          <p:cNvSpPr txBox="1"/>
          <p:nvPr/>
        </p:nvSpPr>
        <p:spPr>
          <a:xfrm>
            <a:off x="345439" y="2113281"/>
            <a:ext cx="3330615" cy="2862322"/>
          </a:xfrm>
          <a:prstGeom prst="rect">
            <a:avLst/>
          </a:prstGeom>
          <a:noFill/>
        </p:spPr>
        <p:txBody>
          <a:bodyPr wrap="square" rtlCol="0">
            <a:spAutoFit/>
          </a:bodyPr>
          <a:lstStyle/>
          <a:p>
            <a:r>
              <a:rPr lang="en-AU" b="1" dirty="0"/>
              <a:t>Original</a:t>
            </a:r>
            <a:r>
              <a:rPr lang="en-AU" dirty="0"/>
              <a:t> </a:t>
            </a:r>
          </a:p>
          <a:p>
            <a:r>
              <a:rPr lang="en-AU" dirty="0"/>
              <a:t>Min Availability: 15</a:t>
            </a:r>
          </a:p>
          <a:p>
            <a:r>
              <a:rPr lang="en-AU" dirty="0"/>
              <a:t>Availability S.D.: 1.947</a:t>
            </a:r>
          </a:p>
          <a:p>
            <a:r>
              <a:rPr lang="en-AU" dirty="0"/>
              <a:t>Average Availability:  21.694</a:t>
            </a:r>
          </a:p>
          <a:p>
            <a:endParaRPr lang="en-AU" dirty="0"/>
          </a:p>
          <a:p>
            <a:r>
              <a:rPr lang="en-AU" b="1" dirty="0"/>
              <a:t>Optimised</a:t>
            </a:r>
          </a:p>
          <a:p>
            <a:r>
              <a:rPr lang="en-AU" dirty="0"/>
              <a:t>Min Availability: 18</a:t>
            </a:r>
          </a:p>
          <a:p>
            <a:r>
              <a:rPr lang="en-AU" dirty="0"/>
              <a:t>Availability S.D.: 1.433</a:t>
            </a:r>
          </a:p>
          <a:p>
            <a:r>
              <a:rPr lang="en-AU" dirty="0"/>
              <a:t>Average Availability:  21.712</a:t>
            </a:r>
          </a:p>
          <a:p>
            <a:endParaRPr lang="en-AU" dirty="0"/>
          </a:p>
        </p:txBody>
      </p:sp>
    </p:spTree>
    <p:extLst>
      <p:ext uri="{BB962C8B-B14F-4D97-AF65-F5344CB8AC3E}">
        <p14:creationId xmlns:p14="http://schemas.microsoft.com/office/powerpoint/2010/main" val="2706135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84BC9-2E00-9F71-0C2C-94D78668E2F0}"/>
              </a:ext>
            </a:extLst>
          </p:cNvPr>
          <p:cNvSpPr>
            <a:spLocks noGrp="1"/>
          </p:cNvSpPr>
          <p:nvPr>
            <p:ph type="title"/>
          </p:nvPr>
        </p:nvSpPr>
        <p:spPr>
          <a:xfrm>
            <a:off x="876692" y="301553"/>
            <a:ext cx="4597747" cy="1616203"/>
          </a:xfrm>
        </p:spPr>
        <p:txBody>
          <a:bodyPr anchor="b">
            <a:noAutofit/>
          </a:bodyPr>
          <a:lstStyle/>
          <a:p>
            <a:r>
              <a:rPr lang="en-AU" sz="3200"/>
              <a:t>Backup: historical VNS convergence</a:t>
            </a:r>
            <a:endParaRPr lang="en-AU" sz="3200" dirty="0"/>
          </a:p>
        </p:txBody>
      </p:sp>
      <p:sp>
        <p:nvSpPr>
          <p:cNvPr id="3" name="Content Placeholder 2">
            <a:extLst>
              <a:ext uri="{FF2B5EF4-FFF2-40B4-BE49-F238E27FC236}">
                <a16:creationId xmlns:a16="http://schemas.microsoft.com/office/drawing/2014/main" id="{FAC3E21C-F6EE-9CED-EACA-8C3B522E5D8E}"/>
              </a:ext>
            </a:extLst>
          </p:cNvPr>
          <p:cNvSpPr>
            <a:spLocks noGrp="1"/>
          </p:cNvSpPr>
          <p:nvPr>
            <p:ph idx="1"/>
          </p:nvPr>
        </p:nvSpPr>
        <p:spPr>
          <a:xfrm>
            <a:off x="876692" y="2116787"/>
            <a:ext cx="5319061" cy="4439659"/>
          </a:xfrm>
        </p:spPr>
        <p:txBody>
          <a:bodyPr anchor="t">
            <a:normAutofit/>
          </a:bodyPr>
          <a:lstStyle/>
          <a:p>
            <a:r>
              <a:rPr lang="en-AU" sz="2000" dirty="0"/>
              <a:t>Standard Deviation of fleet availability decreases over iterations</a:t>
            </a:r>
          </a:p>
          <a:p>
            <a:r>
              <a:rPr lang="en-AU" sz="2000" dirty="0"/>
              <a:t>Final value converges to ~1.40</a:t>
            </a:r>
          </a:p>
          <a:p>
            <a:r>
              <a:rPr lang="en-AU" sz="2000" dirty="0"/>
              <a:t>Around iteration ~100, the algorithm transitions between shift sizes</a:t>
            </a:r>
          </a:p>
          <a:p>
            <a:r>
              <a:rPr lang="en-AU" sz="2000" dirty="0"/>
              <a:t>Earlier iterations relied on large shift sizes (±28)</a:t>
            </a:r>
          </a:p>
          <a:p>
            <a:r>
              <a:rPr lang="en-AU" sz="2000" dirty="0"/>
              <a:t>Later iterations focused on local optimisation (±14, ±7, ±3)</a:t>
            </a:r>
          </a:p>
          <a:p>
            <a:r>
              <a:rPr lang="en-AU" sz="2000" dirty="0"/>
              <a:t>Algorithm terminated at iteration 311 (no improvement found)</a:t>
            </a:r>
          </a:p>
        </p:txBody>
      </p:sp>
      <p:pic>
        <p:nvPicPr>
          <p:cNvPr id="5" name="Picture 4">
            <a:extLst>
              <a:ext uri="{FF2B5EF4-FFF2-40B4-BE49-F238E27FC236}">
                <a16:creationId xmlns:a16="http://schemas.microsoft.com/office/drawing/2014/main" id="{C8478B23-3F2B-9BE4-9D82-80F360769BAE}"/>
              </a:ext>
            </a:extLst>
          </p:cNvPr>
          <p:cNvPicPr>
            <a:picLocks noChangeAspect="1"/>
          </p:cNvPicPr>
          <p:nvPr/>
        </p:nvPicPr>
        <p:blipFill>
          <a:blip r:embed="rId3"/>
          <a:stretch>
            <a:fillRect/>
          </a:stretch>
        </p:blipFill>
        <p:spPr>
          <a:xfrm>
            <a:off x="5988806" y="1773442"/>
            <a:ext cx="5908812" cy="3678234"/>
          </a:xfrm>
          <a:prstGeom prst="rect">
            <a:avLst/>
          </a:prstGeom>
        </p:spPr>
      </p:pic>
      <p:grpSp>
        <p:nvGrpSpPr>
          <p:cNvPr id="10" name="Group 9">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99435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4DC6C8-EE33-72F7-95A1-953E9046C877}"/>
              </a:ext>
            </a:extLst>
          </p:cNvPr>
          <p:cNvSpPr/>
          <p:nvPr/>
        </p:nvSpPr>
        <p:spPr>
          <a:xfrm>
            <a:off x="0" y="0"/>
            <a:ext cx="12192000" cy="114300"/>
          </a:xfrm>
          <a:prstGeom prst="rect">
            <a:avLst/>
          </a:prstGeom>
          <a:solidFill>
            <a:srgbClr val="00000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AAF7F6B7-D9AA-1A29-39E2-1D2D3447BDFB}"/>
              </a:ext>
            </a:extLst>
          </p:cNvPr>
          <p:cNvSpPr/>
          <p:nvPr/>
        </p:nvSpPr>
        <p:spPr>
          <a:xfrm>
            <a:off x="0" y="0"/>
            <a:ext cx="12192000" cy="6858000"/>
          </a:xfrm>
          <a:prstGeom prst="rect">
            <a:avLst/>
          </a:prstGeom>
          <a:solidFill>
            <a:srgbClr val="FFFFFF"/>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F343D42E-5AB8-5080-D935-F249DC57DC05}"/>
              </a:ext>
            </a:extLst>
          </p:cNvPr>
          <p:cNvSpPr txBox="1"/>
          <p:nvPr/>
        </p:nvSpPr>
        <p:spPr>
          <a:xfrm>
            <a:off x="457200" y="165100"/>
            <a:ext cx="11277600" cy="317500"/>
          </a:xfrm>
          <a:prstGeom prst="rect">
            <a:avLst/>
          </a:prstGeom>
          <a:noFill/>
        </p:spPr>
        <p:txBody>
          <a:bodyPr vert="horz" rtlCol="0">
            <a:noAutofit/>
          </a:bodyPr>
          <a:lstStyle/>
          <a:p>
            <a:r>
              <a:rPr lang="en-AU" sz="1500" b="1">
                <a:solidFill>
                  <a:srgbClr val="000000"/>
                </a:solidFill>
                <a:latin typeface="Calibri" panose="020F0502020204030204" pitchFamily="34" charset="0"/>
              </a:rPr>
              <a:t>BACKUP: SIMULATED ANNEALING</a:t>
            </a:r>
          </a:p>
        </p:txBody>
      </p:sp>
      <p:sp>
        <p:nvSpPr>
          <p:cNvPr id="5" name="TextBox 4">
            <a:extLst>
              <a:ext uri="{FF2B5EF4-FFF2-40B4-BE49-F238E27FC236}">
                <a16:creationId xmlns:a16="http://schemas.microsoft.com/office/drawing/2014/main" id="{0608A97F-A4AD-824E-1349-58727E4A223A}"/>
              </a:ext>
            </a:extLst>
          </p:cNvPr>
          <p:cNvSpPr txBox="1"/>
          <p:nvPr/>
        </p:nvSpPr>
        <p:spPr>
          <a:xfrm>
            <a:off x="457200" y="533399"/>
            <a:ext cx="11277600" cy="660400"/>
          </a:xfrm>
          <a:prstGeom prst="rect">
            <a:avLst/>
          </a:prstGeom>
          <a:noFill/>
        </p:spPr>
        <p:txBody>
          <a:bodyPr vert="horz" rtlCol="0">
            <a:noAutofit/>
          </a:bodyPr>
          <a:lstStyle/>
          <a:p>
            <a:r>
              <a:rPr lang="en-US" sz="3200" b="1">
                <a:solidFill>
                  <a:srgbClr val="000000"/>
                </a:solidFill>
                <a:latin typeface="Calibri" panose="020F0502020204030204" pitchFamily="34" charset="0"/>
              </a:rPr>
              <a:t>Simulated annealing</a:t>
            </a:r>
            <a:endParaRPr lang="en-AU" sz="3200" b="1" dirty="0">
              <a:solidFill>
                <a:srgbClr val="000000"/>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7C218566-5204-FD9B-68B7-82FF2C629F19}"/>
              </a:ext>
            </a:extLst>
          </p:cNvPr>
          <p:cNvSpPr/>
          <p:nvPr/>
        </p:nvSpPr>
        <p:spPr>
          <a:xfrm>
            <a:off x="4572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a:p>
        </p:txBody>
      </p:sp>
      <p:sp>
        <p:nvSpPr>
          <p:cNvPr id="7" name="Rectangle: Rounded Corners 6">
            <a:extLst>
              <a:ext uri="{FF2B5EF4-FFF2-40B4-BE49-F238E27FC236}">
                <a16:creationId xmlns:a16="http://schemas.microsoft.com/office/drawing/2014/main" id="{5D730056-2EAC-D3A6-ADEB-76C560F98819}"/>
              </a:ext>
            </a:extLst>
          </p:cNvPr>
          <p:cNvSpPr/>
          <p:nvPr/>
        </p:nvSpPr>
        <p:spPr>
          <a:xfrm>
            <a:off x="42926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 name="Rectangle: Rounded Corners 7">
            <a:extLst>
              <a:ext uri="{FF2B5EF4-FFF2-40B4-BE49-F238E27FC236}">
                <a16:creationId xmlns:a16="http://schemas.microsoft.com/office/drawing/2014/main" id="{7C77D632-801B-BCDB-30F2-DDC63601BFEB}"/>
              </a:ext>
            </a:extLst>
          </p:cNvPr>
          <p:cNvSpPr/>
          <p:nvPr/>
        </p:nvSpPr>
        <p:spPr>
          <a:xfrm>
            <a:off x="81280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6C3F0705-6F17-595E-C80C-D05976A44CE0}"/>
              </a:ext>
            </a:extLst>
          </p:cNvPr>
          <p:cNvSpPr txBox="1"/>
          <p:nvPr/>
        </p:nvSpPr>
        <p:spPr>
          <a:xfrm>
            <a:off x="660400" y="1397000"/>
            <a:ext cx="3238500" cy="400110"/>
          </a:xfrm>
          <a:prstGeom prst="rect">
            <a:avLst/>
          </a:prstGeom>
          <a:noFill/>
        </p:spPr>
        <p:txBody>
          <a:bodyPr vert="horz" rtlCol="0">
            <a:noAutofit/>
          </a:bodyPr>
          <a:lstStyle/>
          <a:p>
            <a:r>
              <a:rPr lang="en-AU" sz="2000" b="1">
                <a:solidFill>
                  <a:srgbClr val="000000"/>
                </a:solidFill>
              </a:rPr>
              <a:t>1. Search</a:t>
            </a:r>
          </a:p>
        </p:txBody>
      </p:sp>
      <p:sp>
        <p:nvSpPr>
          <p:cNvPr id="10" name="TextBox 9">
            <a:extLst>
              <a:ext uri="{FF2B5EF4-FFF2-40B4-BE49-F238E27FC236}">
                <a16:creationId xmlns:a16="http://schemas.microsoft.com/office/drawing/2014/main" id="{73CF10A2-CF9E-0A7C-E5FD-1F5527E2E124}"/>
              </a:ext>
            </a:extLst>
          </p:cNvPr>
          <p:cNvSpPr txBox="1"/>
          <p:nvPr/>
        </p:nvSpPr>
        <p:spPr>
          <a:xfrm>
            <a:off x="660400" y="1841500"/>
            <a:ext cx="3238500" cy="584775"/>
          </a:xfrm>
          <a:prstGeom prst="rect">
            <a:avLst/>
          </a:prstGeom>
          <a:noFill/>
        </p:spPr>
        <p:txBody>
          <a:bodyPr vert="horz" rtlCol="0">
            <a:spAutoFit/>
          </a:bodyPr>
          <a:lstStyle/>
          <a:p>
            <a:r>
              <a:rPr lang="en-US" sz="1600" dirty="0">
                <a:solidFill>
                  <a:srgbClr val="111111"/>
                </a:solidFill>
                <a:latin typeface="Calibri" panose="020F0502020204030204" pitchFamily="34" charset="0"/>
              </a:rPr>
              <a:t>Same priority-based selection </a:t>
            </a:r>
            <a:r>
              <a:rPr lang="en-US" sz="1600" dirty="0" err="1">
                <a:solidFill>
                  <a:srgbClr val="111111"/>
                </a:solidFill>
                <a:latin typeface="Calibri" panose="020F0502020204030204" pitchFamily="34" charset="0"/>
              </a:rPr>
              <a:t>neighbour</a:t>
            </a:r>
            <a:r>
              <a:rPr lang="en-US" sz="1600" dirty="0">
                <a:solidFill>
                  <a:srgbClr val="111111"/>
                </a:solidFill>
                <a:latin typeface="Calibri" panose="020F0502020204030204" pitchFamily="34" charset="0"/>
              </a:rPr>
              <a:t> search algorithm</a:t>
            </a:r>
            <a:endParaRPr lang="en-AU" sz="1600" dirty="0">
              <a:solidFill>
                <a:srgbClr val="111111"/>
              </a:solidFill>
              <a:latin typeface="Calibri" panose="020F0502020204030204" pitchFamily="34" charset="0"/>
            </a:endParaRPr>
          </a:p>
        </p:txBody>
      </p:sp>
      <p:sp>
        <p:nvSpPr>
          <p:cNvPr id="11" name="TextBox 10">
            <a:extLst>
              <a:ext uri="{FF2B5EF4-FFF2-40B4-BE49-F238E27FC236}">
                <a16:creationId xmlns:a16="http://schemas.microsoft.com/office/drawing/2014/main" id="{CEFAAB5C-4D53-FE1B-6D43-8EA22402B17E}"/>
              </a:ext>
            </a:extLst>
          </p:cNvPr>
          <p:cNvSpPr txBox="1"/>
          <p:nvPr/>
        </p:nvSpPr>
        <p:spPr>
          <a:xfrm>
            <a:off x="4495800" y="1397000"/>
            <a:ext cx="3238500" cy="400110"/>
          </a:xfrm>
          <a:prstGeom prst="rect">
            <a:avLst/>
          </a:prstGeom>
          <a:noFill/>
        </p:spPr>
        <p:txBody>
          <a:bodyPr vert="horz" rtlCol="0">
            <a:noAutofit/>
          </a:bodyPr>
          <a:lstStyle/>
          <a:p>
            <a:r>
              <a:rPr lang="en-AU" sz="2000" b="1">
                <a:solidFill>
                  <a:srgbClr val="000000"/>
                </a:solidFill>
              </a:rPr>
              <a:t>2. Accept</a:t>
            </a:r>
          </a:p>
        </p:txBody>
      </p:sp>
      <p:sp>
        <p:nvSpPr>
          <p:cNvPr id="12" name="TextBox 11">
            <a:extLst>
              <a:ext uri="{FF2B5EF4-FFF2-40B4-BE49-F238E27FC236}">
                <a16:creationId xmlns:a16="http://schemas.microsoft.com/office/drawing/2014/main" id="{3194C2E4-2FF9-3CAF-0AD9-C09BB003A385}"/>
              </a:ext>
            </a:extLst>
          </p:cNvPr>
          <p:cNvSpPr txBox="1"/>
          <p:nvPr/>
        </p:nvSpPr>
        <p:spPr>
          <a:xfrm>
            <a:off x="4495800" y="1841500"/>
            <a:ext cx="3238500" cy="830997"/>
          </a:xfrm>
          <a:prstGeom prst="rect">
            <a:avLst/>
          </a:prstGeom>
          <a:noFill/>
        </p:spPr>
        <p:txBody>
          <a:bodyPr vert="horz" rtlCol="0">
            <a:spAutoFit/>
          </a:bodyPr>
          <a:lstStyle/>
          <a:p>
            <a:r>
              <a:rPr lang="en-US" sz="1600">
                <a:solidFill>
                  <a:srgbClr val="1A1A1A"/>
                </a:solidFill>
              </a:rPr>
              <a:t>Better moves are always kept. Worse moves can still be kept early on, by chance.</a:t>
            </a:r>
            <a:endParaRPr lang="en-AU" sz="1600">
              <a:solidFill>
                <a:srgbClr val="1A1A1A"/>
              </a:solidFill>
            </a:endParaRPr>
          </a:p>
        </p:txBody>
      </p:sp>
      <p:sp>
        <p:nvSpPr>
          <p:cNvPr id="13" name="TextBox 12">
            <a:extLst>
              <a:ext uri="{FF2B5EF4-FFF2-40B4-BE49-F238E27FC236}">
                <a16:creationId xmlns:a16="http://schemas.microsoft.com/office/drawing/2014/main" id="{2C7F5FBD-3DB9-430C-0F4A-33620E8A1574}"/>
              </a:ext>
            </a:extLst>
          </p:cNvPr>
          <p:cNvSpPr txBox="1"/>
          <p:nvPr/>
        </p:nvSpPr>
        <p:spPr>
          <a:xfrm>
            <a:off x="8331200" y="1397000"/>
            <a:ext cx="3238500" cy="400110"/>
          </a:xfrm>
          <a:prstGeom prst="rect">
            <a:avLst/>
          </a:prstGeom>
          <a:noFill/>
        </p:spPr>
        <p:txBody>
          <a:bodyPr vert="horz" rtlCol="0">
            <a:noAutofit/>
          </a:bodyPr>
          <a:lstStyle/>
          <a:p>
            <a:r>
              <a:rPr lang="en-AU" sz="2000" b="1">
                <a:solidFill>
                  <a:srgbClr val="000000"/>
                </a:solidFill>
              </a:rPr>
              <a:t>3. Cool down</a:t>
            </a:r>
          </a:p>
        </p:txBody>
      </p:sp>
      <p:sp>
        <p:nvSpPr>
          <p:cNvPr id="14" name="TextBox 13">
            <a:extLst>
              <a:ext uri="{FF2B5EF4-FFF2-40B4-BE49-F238E27FC236}">
                <a16:creationId xmlns:a16="http://schemas.microsoft.com/office/drawing/2014/main" id="{90C7B489-F8AA-CCCA-B194-C2DE18317B9B}"/>
              </a:ext>
            </a:extLst>
          </p:cNvPr>
          <p:cNvSpPr txBox="1"/>
          <p:nvPr/>
        </p:nvSpPr>
        <p:spPr>
          <a:xfrm>
            <a:off x="8331200" y="1841500"/>
            <a:ext cx="3238500" cy="830997"/>
          </a:xfrm>
          <a:prstGeom prst="rect">
            <a:avLst/>
          </a:prstGeom>
          <a:noFill/>
        </p:spPr>
        <p:txBody>
          <a:bodyPr vert="horz" rtlCol="0">
            <a:spAutoFit/>
          </a:bodyPr>
          <a:lstStyle/>
          <a:p>
            <a:r>
              <a:rPr lang="en-US" sz="1600">
                <a:solidFill>
                  <a:srgbClr val="1A1A1A"/>
                </a:solidFill>
              </a:rPr>
              <a:t>Over time we accept fewer worse moves, so the search settles on a strong plan.</a:t>
            </a:r>
            <a:endParaRPr lang="en-AU" sz="1600">
              <a:solidFill>
                <a:srgbClr val="1A1A1A"/>
              </a:solidFill>
            </a:endParaRPr>
          </a:p>
        </p:txBody>
      </p:sp>
      <p:sp>
        <p:nvSpPr>
          <p:cNvPr id="15" name="Rectangle: Rounded Corners 14">
            <a:extLst>
              <a:ext uri="{FF2B5EF4-FFF2-40B4-BE49-F238E27FC236}">
                <a16:creationId xmlns:a16="http://schemas.microsoft.com/office/drawing/2014/main" id="{1399B483-487F-7054-3978-97E8125E47D5}"/>
              </a:ext>
            </a:extLst>
          </p:cNvPr>
          <p:cNvSpPr/>
          <p:nvPr/>
        </p:nvSpPr>
        <p:spPr>
          <a:xfrm>
            <a:off x="457200" y="3365500"/>
            <a:ext cx="11303000" cy="3048000"/>
          </a:xfrm>
          <a:prstGeom prst="round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978452C5-DE8E-5059-B6B3-9200A878AE2C}"/>
              </a:ext>
            </a:extLst>
          </p:cNvPr>
          <p:cNvSpPr txBox="1"/>
          <p:nvPr/>
        </p:nvSpPr>
        <p:spPr>
          <a:xfrm>
            <a:off x="698500" y="3556000"/>
            <a:ext cx="10795000" cy="430887"/>
          </a:xfrm>
          <a:prstGeom prst="rect">
            <a:avLst/>
          </a:prstGeom>
          <a:noFill/>
        </p:spPr>
        <p:txBody>
          <a:bodyPr vert="horz" rtlCol="0">
            <a:spAutoFit/>
          </a:bodyPr>
          <a:lstStyle/>
          <a:p>
            <a:r>
              <a:rPr lang="en-AU" sz="2200" b="1">
                <a:solidFill>
                  <a:srgbClr val="000000"/>
                </a:solidFill>
              </a:rPr>
              <a:t>Why it helps</a:t>
            </a:r>
          </a:p>
        </p:txBody>
      </p:sp>
      <p:sp>
        <p:nvSpPr>
          <p:cNvPr id="17" name="TextBox 16">
            <a:extLst>
              <a:ext uri="{FF2B5EF4-FFF2-40B4-BE49-F238E27FC236}">
                <a16:creationId xmlns:a16="http://schemas.microsoft.com/office/drawing/2014/main" id="{1318B08F-FA4A-8008-3678-314F14A422BD}"/>
              </a:ext>
            </a:extLst>
          </p:cNvPr>
          <p:cNvSpPr txBox="1"/>
          <p:nvPr/>
        </p:nvSpPr>
        <p:spPr>
          <a:xfrm>
            <a:off x="698500" y="4064000"/>
            <a:ext cx="10795000" cy="1841500"/>
          </a:xfrm>
          <a:prstGeom prst="rect">
            <a:avLst/>
          </a:prstGeom>
          <a:noFill/>
        </p:spPr>
        <p:txBody>
          <a:bodyPr vert="horz" rtlCol="0">
            <a:spAutoFit/>
          </a:bodyPr>
          <a:lstStyle/>
          <a:p>
            <a:r>
              <a:rPr lang="en-US" dirty="0">
                <a:solidFill>
                  <a:srgbClr val="1A1A1A"/>
                </a:solidFill>
              </a:rPr>
              <a:t>Think of the search like walking over hills. Today’s method only walks uphill. That is fast and safe, but you can get stuck on a steep part of the hill when a better peak is nearby.</a:t>
            </a:r>
          </a:p>
          <a:p>
            <a:endParaRPr lang="en-US" dirty="0">
              <a:solidFill>
                <a:srgbClr val="1A1A1A"/>
              </a:solidFill>
            </a:endParaRPr>
          </a:p>
          <a:p>
            <a:r>
              <a:rPr lang="en-US" dirty="0">
                <a:solidFill>
                  <a:srgbClr val="1A1A1A"/>
                </a:solidFill>
              </a:rPr>
              <a:t>Simulated annealing sometimes takes a downhill step early, so you can leave a trap and reach a better overall schedule. As the search “cools,” those downhill steps become rare, and we settle on the best plan we found.</a:t>
            </a:r>
            <a:endParaRPr lang="en-AU" dirty="0">
              <a:solidFill>
                <a:srgbClr val="1A1A1A"/>
              </a:solidFill>
            </a:endParaRPr>
          </a:p>
        </p:txBody>
      </p:sp>
    </p:spTree>
    <p:extLst>
      <p:ext uri="{BB962C8B-B14F-4D97-AF65-F5344CB8AC3E}">
        <p14:creationId xmlns:p14="http://schemas.microsoft.com/office/powerpoint/2010/main" val="3658503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5100"/>
            <a:ext cx="11277600" cy="317500"/>
          </a:xfrm>
          <a:prstGeom prst="rect">
            <a:avLst/>
          </a:prstGeom>
          <a:noFill/>
        </p:spPr>
        <p:txBody>
          <a:bodyPr wrap="square">
            <a:noAutofit/>
          </a:bodyPr>
          <a:lstStyle/>
          <a:p>
            <a:pPr algn="l"/>
            <a:r>
              <a:rPr lang="en-AU" sz="1500" b="1">
                <a:solidFill>
                  <a:srgbClr val="000000"/>
                </a:solidFill>
                <a:latin typeface="Calibri"/>
              </a:rPr>
              <a:t>BACKUP: PRIORITY SEARCH</a:t>
            </a:r>
            <a:endParaRPr sz="1500" b="1">
              <a:solidFill>
                <a:srgbClr val="000000"/>
              </a:solidFill>
              <a:latin typeface="Calibri"/>
            </a:endParaRPr>
          </a:p>
        </p:txBody>
      </p:sp>
      <p:sp>
        <p:nvSpPr>
          <p:cNvPr id="5" name="TextBox 4"/>
          <p:cNvSpPr txBox="1"/>
          <p:nvPr/>
        </p:nvSpPr>
        <p:spPr>
          <a:xfrm>
            <a:off x="457200" y="533400"/>
            <a:ext cx="11277600" cy="660400"/>
          </a:xfrm>
          <a:prstGeom prst="rect">
            <a:avLst/>
          </a:prstGeom>
          <a:noFill/>
        </p:spPr>
        <p:txBody>
          <a:bodyPr wrap="square">
            <a:noAutofit/>
          </a:bodyPr>
          <a:lstStyle/>
          <a:p>
            <a:pPr algn="l"/>
            <a:r>
              <a:rPr lang="en-US" sz="3000" b="1">
                <a:solidFill>
                  <a:srgbClr val="000000"/>
                </a:solidFill>
                <a:latin typeface="Calibri"/>
              </a:rPr>
              <a:t>Priority selection and schedule rebuild</a:t>
            </a:r>
            <a:endParaRPr sz="3000" b="1">
              <a:solidFill>
                <a:srgbClr val="000000"/>
              </a:solidFill>
              <a:latin typeface="Calibri"/>
            </a:endParaRPr>
          </a:p>
        </p:txBody>
      </p:sp>
      <p:sp>
        <p:nvSpPr>
          <p:cNvPr id="6" name="Rounded Rectangle 5"/>
          <p:cNvSpPr/>
          <p:nvPr/>
        </p:nvSpPr>
        <p:spPr>
          <a:xfrm>
            <a:off x="502921" y="1280160"/>
            <a:ext cx="4747506" cy="48920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08760"/>
            <a:ext cx="4542012" cy="2964914"/>
          </a:xfrm>
          <a:prstGeom prst="rect">
            <a:avLst/>
          </a:prstGeom>
          <a:noFill/>
        </p:spPr>
        <p:txBody>
          <a:bodyPr wrap="square">
            <a:noAutofit/>
          </a:bodyPr>
          <a:lstStyle/>
          <a:p>
            <a:pPr algn="l">
              <a:spcAft>
                <a:spcPts val="800"/>
              </a:spcAft>
            </a:pPr>
            <a:r>
              <a:rPr lang="en-US" sz="2000" b="0">
                <a:solidFill>
                  <a:srgbClr val="1A1A1A"/>
                </a:solidFill>
                <a:latin typeface="Calibri"/>
              </a:rPr>
              <a:t>Rank checks by the worst day they cover.</a:t>
            </a:r>
          </a:p>
          <a:p>
            <a:pPr algn="l">
              <a:spcAft>
                <a:spcPts val="800"/>
              </a:spcAft>
            </a:pPr>
            <a:r>
              <a:rPr lang="en-US" sz="2000" b="0">
                <a:solidFill>
                  <a:srgbClr val="1A1A1A"/>
                </a:solidFill>
                <a:latin typeface="Calibri"/>
              </a:rPr>
              <a:t>Search the worst priority group first.</a:t>
            </a:r>
          </a:p>
          <a:p>
            <a:pPr algn="l">
              <a:spcAft>
                <a:spcPts val="800"/>
              </a:spcAft>
            </a:pPr>
            <a:r>
              <a:rPr lang="en-US" sz="2000" b="0">
                <a:solidFill>
                  <a:srgbClr val="1A1A1A"/>
                </a:solidFill>
                <a:latin typeface="Calibri"/>
              </a:rPr>
              <a:t>Move one check, then rebuild the later checks on that aircraft.</a:t>
            </a:r>
          </a:p>
          <a:p>
            <a:pPr algn="l">
              <a:spcAft>
                <a:spcPts val="800"/>
              </a:spcAft>
            </a:pPr>
            <a:r>
              <a:rPr lang="en-US" sz="2000" b="0">
                <a:solidFill>
                  <a:srgbClr val="1A1A1A"/>
                </a:solidFill>
                <a:latin typeface="Calibri"/>
              </a:rPr>
              <a:t>Remove old intervals and add rebuilt intervals to availability.</a:t>
            </a:r>
          </a:p>
          <a:p>
            <a:pPr algn="l">
              <a:spcAft>
                <a:spcPts val="800"/>
              </a:spcAft>
            </a:pPr>
            <a:r>
              <a:rPr lang="en-US" sz="2000" b="0">
                <a:solidFill>
                  <a:srgbClr val="1A1A1A"/>
                </a:solidFill>
                <a:latin typeface="Calibri"/>
              </a:rPr>
              <a:t>Verify maintenance rules and non-overlap.</a:t>
            </a:r>
            <a:endParaRPr sz="2000" b="0" dirty="0">
              <a:solidFill>
                <a:srgbClr val="1A1A1A"/>
              </a:solidFill>
              <a:latin typeface="Calibri"/>
            </a:endParaRPr>
          </a:p>
        </p:txBody>
      </p:sp>
      <p:pic>
        <p:nvPicPr>
          <p:cNvPr id="8" name="Picture 7" descr="Priority Based Optimiser Flowchart.png"/>
          <p:cNvPicPr>
            <a:picLocks noChangeAspect="1"/>
          </p:cNvPicPr>
          <p:nvPr/>
        </p:nvPicPr>
        <p:blipFill>
          <a:blip r:embed="rId3"/>
          <a:stretch>
            <a:fillRect/>
          </a:stretch>
        </p:blipFill>
        <p:spPr>
          <a:xfrm>
            <a:off x="5311632" y="1142999"/>
            <a:ext cx="6677334" cy="4451555"/>
          </a:xfrm>
          <a:prstGeom prst="rect">
            <a:avLst/>
          </a:prstGeom>
        </p:spPr>
      </p:pic>
    </p:spTree>
    <p:extLst>
      <p:ext uri="{BB962C8B-B14F-4D97-AF65-F5344CB8AC3E}">
        <p14:creationId xmlns:p14="http://schemas.microsoft.com/office/powerpoint/2010/main" val="564509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2457</TotalTime>
  <Words>4559</Words>
  <Application>Microsoft Office PowerPoint</Application>
  <PresentationFormat>Widescreen</PresentationFormat>
  <Paragraphs>310</Paragraphs>
  <Slides>25</Slides>
  <Notes>25</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Calibri</vt:lpstr>
      <vt:lpstr>Office Theme</vt:lpstr>
      <vt:lpstr>PowerPoint Presentation</vt:lpstr>
      <vt:lpstr>The scheduling problem</vt:lpstr>
      <vt:lpstr>The project journey</vt:lpstr>
      <vt:lpstr>Simple fleet proof of concept</vt:lpstr>
      <vt:lpstr>The heavy maintenance forecast</vt:lpstr>
      <vt:lpstr>Scaling the 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Backup: simple fleet input</vt:lpstr>
      <vt:lpstr>Backup: historical availability result</vt:lpstr>
      <vt:lpstr>Backup: historical VNS convergence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Long</dc:creator>
  <cp:lastModifiedBy>David Long</cp:lastModifiedBy>
  <cp:revision>1</cp:revision>
  <dcterms:created xsi:type="dcterms:W3CDTF">2026-03-18T14:25:52Z</dcterms:created>
  <dcterms:modified xsi:type="dcterms:W3CDTF">2026-10-13T23:37:42Z</dcterms:modified>
</cp:coreProperties>
</file>