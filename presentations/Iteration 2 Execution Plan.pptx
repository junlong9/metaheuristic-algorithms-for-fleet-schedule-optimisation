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69" r:id="rId2"/>
    <p:sldId id="257" r:id="rId3"/>
    <p:sldId id="258" r:id="rId4"/>
    <p:sldId id="270" r:id="rId5"/>
    <p:sldId id="259" r:id="rId6"/>
    <p:sldId id="260" r:id="rId7"/>
    <p:sldId id="261" r:id="rId8"/>
    <p:sldId id="262" r:id="rId9"/>
    <p:sldId id="263" r:id="rId10"/>
    <p:sldId id="271" r:id="rId11"/>
    <p:sldId id="265" r:id="rId12"/>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3D61F4D-4A0B-4A17-8804-C295A07D3A23}" v="402" dt="2026-08-13T23:48:38.734"/>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8548" autoAdjust="0"/>
    <p:restoredTop sz="60052" autoAdjust="0"/>
  </p:normalViewPr>
  <p:slideViewPr>
    <p:cSldViewPr snapToGrid="0" snapToObjects="1">
      <p:cViewPr>
        <p:scale>
          <a:sx n="66" d="100"/>
          <a:sy n="66" d="100"/>
        </p:scale>
        <p:origin x="1166" y="-56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6/11/relationships/changesInfo" Target="changesInfos/changesInfo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19" Type="http://schemas.microsoft.com/office/2015/10/relationships/revisionInfo" Target="revisionInfo.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avid Long" userId="f0dab1f4b2f59987" providerId="LiveId" clId="{BD423006-59C5-4E11-8B6B-507DC77F169F}"/>
    <pc:docChg chg="undo redo custSel addSld delSld modSld sldOrd">
      <pc:chgData name="David Long" userId="f0dab1f4b2f59987" providerId="LiveId" clId="{BD423006-59C5-4E11-8B6B-507DC77F169F}" dt="2026-08-13T23:58:39.249" v="2869" actId="20577"/>
      <pc:docMkLst>
        <pc:docMk/>
      </pc:docMkLst>
      <pc:sldChg chg="modSp mod modNotes modNotesTx">
        <pc:chgData name="David Long" userId="f0dab1f4b2f59987" providerId="LiveId" clId="{BD423006-59C5-4E11-8B6B-507DC77F169F}" dt="2026-08-11T08:11:05.771" v="632" actId="20577"/>
        <pc:sldMkLst>
          <pc:docMk/>
          <pc:sldMk cId="0" sldId="257"/>
        </pc:sldMkLst>
        <pc:spChg chg="mod">
          <ac:chgData name="David Long" userId="f0dab1f4b2f59987" providerId="LiveId" clId="{BD423006-59C5-4E11-8B6B-507DC77F169F}" dt="2026-08-11T07:38:10.171" v="426" actId="20577"/>
          <ac:spMkLst>
            <pc:docMk/>
            <pc:sldMk cId="0" sldId="257"/>
            <ac:spMk id="13" creationId="{00000000-0000-0000-0000-000000000000}"/>
          </ac:spMkLst>
        </pc:spChg>
        <pc:spChg chg="mod">
          <ac:chgData name="David Long" userId="f0dab1f4b2f59987" providerId="LiveId" clId="{BD423006-59C5-4E11-8B6B-507DC77F169F}" dt="2026-08-11T07:38:01.233" v="424" actId="20577"/>
          <ac:spMkLst>
            <pc:docMk/>
            <pc:sldMk cId="0" sldId="257"/>
            <ac:spMk id="14" creationId="{00000000-0000-0000-0000-000000000000}"/>
          </ac:spMkLst>
        </pc:spChg>
      </pc:sldChg>
      <pc:sldChg chg="modSp mod modNotes modNotesTx">
        <pc:chgData name="David Long" userId="f0dab1f4b2f59987" providerId="LiveId" clId="{BD423006-59C5-4E11-8B6B-507DC77F169F}" dt="2026-08-11T08:14:48.927" v="1088" actId="20577"/>
        <pc:sldMkLst>
          <pc:docMk/>
          <pc:sldMk cId="0" sldId="258"/>
        </pc:sldMkLst>
        <pc:spChg chg="mod">
          <ac:chgData name="David Long" userId="f0dab1f4b2f59987" providerId="LiveId" clId="{BD423006-59C5-4E11-8B6B-507DC77F169F}" dt="2026-08-11T07:32:06.750" v="147" actId="20577"/>
          <ac:spMkLst>
            <pc:docMk/>
            <pc:sldMk cId="0" sldId="258"/>
            <ac:spMk id="9" creationId="{00000000-0000-0000-0000-000000000000}"/>
          </ac:spMkLst>
        </pc:spChg>
        <pc:spChg chg="mod">
          <ac:chgData name="David Long" userId="f0dab1f4b2f59987" providerId="LiveId" clId="{BD423006-59C5-4E11-8B6B-507DC77F169F}" dt="2026-08-11T07:32:07.253" v="148" actId="20577"/>
          <ac:spMkLst>
            <pc:docMk/>
            <pc:sldMk cId="0" sldId="258"/>
            <ac:spMk id="17" creationId="{00000000-0000-0000-0000-000000000000}"/>
          </ac:spMkLst>
        </pc:spChg>
      </pc:sldChg>
      <pc:sldChg chg="modSp mod modNotes modNotesTx">
        <pc:chgData name="David Long" userId="f0dab1f4b2f59987" providerId="LiveId" clId="{BD423006-59C5-4E11-8B6B-507DC77F169F}" dt="2026-08-13T13:32:09.041" v="2090" actId="20577"/>
        <pc:sldMkLst>
          <pc:docMk/>
          <pc:sldMk cId="0" sldId="259"/>
        </pc:sldMkLst>
        <pc:spChg chg="mod">
          <ac:chgData name="David Long" userId="f0dab1f4b2f59987" providerId="LiveId" clId="{BD423006-59C5-4E11-8B6B-507DC77F169F}" dt="2026-08-11T07:46:04.003" v="552" actId="207"/>
          <ac:spMkLst>
            <pc:docMk/>
            <pc:sldMk cId="0" sldId="259"/>
            <ac:spMk id="4" creationId="{00000000-0000-0000-0000-000000000000}"/>
          </ac:spMkLst>
        </pc:spChg>
        <pc:spChg chg="mod">
          <ac:chgData name="David Long" userId="f0dab1f4b2f59987" providerId="LiveId" clId="{BD423006-59C5-4E11-8B6B-507DC77F169F}" dt="2026-08-11T07:46:04.405" v="555" actId="207"/>
          <ac:spMkLst>
            <pc:docMk/>
            <pc:sldMk cId="0" sldId="259"/>
            <ac:spMk id="5" creationId="{00000000-0000-0000-0000-000000000000}"/>
          </ac:spMkLst>
        </pc:spChg>
        <pc:spChg chg="mod">
          <ac:chgData name="David Long" userId="f0dab1f4b2f59987" providerId="LiveId" clId="{BD423006-59C5-4E11-8B6B-507DC77F169F}" dt="2026-08-11T07:31:57.495" v="140" actId="20577"/>
          <ac:spMkLst>
            <pc:docMk/>
            <pc:sldMk cId="0" sldId="259"/>
            <ac:spMk id="7" creationId="{00000000-0000-0000-0000-000000000000}"/>
          </ac:spMkLst>
        </pc:spChg>
        <pc:spChg chg="mod">
          <ac:chgData name="David Long" userId="f0dab1f4b2f59987" providerId="LiveId" clId="{BD423006-59C5-4E11-8B6B-507DC77F169F}" dt="2026-08-11T08:40:55.715" v="1652" actId="5793"/>
          <ac:spMkLst>
            <pc:docMk/>
            <pc:sldMk cId="0" sldId="259"/>
            <ac:spMk id="8" creationId="{00000000-0000-0000-0000-000000000000}"/>
          </ac:spMkLst>
        </pc:spChg>
        <pc:spChg chg="mod">
          <ac:chgData name="David Long" userId="f0dab1f4b2f59987" providerId="LiveId" clId="{BD423006-59C5-4E11-8B6B-507DC77F169F}" dt="2026-08-11T07:31:57.959" v="141" actId="20577"/>
          <ac:spMkLst>
            <pc:docMk/>
            <pc:sldMk cId="0" sldId="259"/>
            <ac:spMk id="10" creationId="{00000000-0000-0000-0000-000000000000}"/>
          </ac:spMkLst>
        </pc:spChg>
        <pc:spChg chg="mod">
          <ac:chgData name="David Long" userId="f0dab1f4b2f59987" providerId="LiveId" clId="{BD423006-59C5-4E11-8B6B-507DC77F169F}" dt="2026-08-13T13:32:09.041" v="2090" actId="20577"/>
          <ac:spMkLst>
            <pc:docMk/>
            <pc:sldMk cId="0" sldId="259"/>
            <ac:spMk id="11" creationId="{00000000-0000-0000-0000-000000000000}"/>
          </ac:spMkLst>
        </pc:spChg>
        <pc:spChg chg="mod">
          <ac:chgData name="David Long" userId="f0dab1f4b2f59987" providerId="LiveId" clId="{BD423006-59C5-4E11-8B6B-507DC77F169F}" dt="2026-08-11T07:31:59.040" v="143" actId="20577"/>
          <ac:spMkLst>
            <pc:docMk/>
            <pc:sldMk cId="0" sldId="259"/>
            <ac:spMk id="13" creationId="{00000000-0000-0000-0000-000000000000}"/>
          </ac:spMkLst>
        </pc:spChg>
      </pc:sldChg>
      <pc:sldChg chg="modSp mod modNotes modNotesTx">
        <pc:chgData name="David Long" userId="f0dab1f4b2f59987" providerId="LiveId" clId="{BD423006-59C5-4E11-8B6B-507DC77F169F}" dt="2026-08-13T13:33:58.157" v="2114" actId="20577"/>
        <pc:sldMkLst>
          <pc:docMk/>
          <pc:sldMk cId="0" sldId="260"/>
        </pc:sldMkLst>
        <pc:spChg chg="mod">
          <ac:chgData name="David Long" userId="f0dab1f4b2f59987" providerId="LiveId" clId="{BD423006-59C5-4E11-8B6B-507DC77F169F}" dt="2026-08-11T07:32:10.129" v="153" actId="20577"/>
          <ac:spMkLst>
            <pc:docMk/>
            <pc:sldMk cId="0" sldId="260"/>
            <ac:spMk id="5" creationId="{00000000-0000-0000-0000-000000000000}"/>
          </ac:spMkLst>
        </pc:spChg>
        <pc:spChg chg="mod">
          <ac:chgData name="David Long" userId="f0dab1f4b2f59987" providerId="LiveId" clId="{BD423006-59C5-4E11-8B6B-507DC77F169F}" dt="2026-08-13T13:32:44.632" v="2112" actId="20577"/>
          <ac:spMkLst>
            <pc:docMk/>
            <pc:sldMk cId="0" sldId="260"/>
            <ac:spMk id="31" creationId="{63502A3C-4E28-97BB-30C1-1BE281D678A4}"/>
          </ac:spMkLst>
        </pc:spChg>
        <pc:spChg chg="mod">
          <ac:chgData name="David Long" userId="f0dab1f4b2f59987" providerId="LiveId" clId="{BD423006-59C5-4E11-8B6B-507DC77F169F}" dt="2026-08-13T13:33:58.157" v="2114" actId="20577"/>
          <ac:spMkLst>
            <pc:docMk/>
            <pc:sldMk cId="0" sldId="260"/>
            <ac:spMk id="35" creationId="{AFFC559B-5CFD-2504-02D3-C586E044DEB6}"/>
          </ac:spMkLst>
        </pc:spChg>
      </pc:sldChg>
      <pc:sldChg chg="modSp mod modNotes modNotesTx">
        <pc:chgData name="David Long" userId="f0dab1f4b2f59987" providerId="LiveId" clId="{BD423006-59C5-4E11-8B6B-507DC77F169F}" dt="2026-08-11T08:37:59.017" v="1621" actId="20577"/>
        <pc:sldMkLst>
          <pc:docMk/>
          <pc:sldMk cId="0" sldId="261"/>
        </pc:sldMkLst>
        <pc:spChg chg="mod">
          <ac:chgData name="David Long" userId="f0dab1f4b2f59987" providerId="LiveId" clId="{BD423006-59C5-4E11-8B6B-507DC77F169F}" dt="2026-08-11T08:37:48.662" v="1610" actId="20577"/>
          <ac:spMkLst>
            <pc:docMk/>
            <pc:sldMk cId="0" sldId="261"/>
            <ac:spMk id="5" creationId="{00000000-0000-0000-0000-000000000000}"/>
          </ac:spMkLst>
        </pc:spChg>
        <pc:spChg chg="mod">
          <ac:chgData name="David Long" userId="f0dab1f4b2f59987" providerId="LiveId" clId="{BD423006-59C5-4E11-8B6B-507DC77F169F}" dt="2026-08-11T08:37:49.137" v="1611" actId="20577"/>
          <ac:spMkLst>
            <pc:docMk/>
            <pc:sldMk cId="0" sldId="261"/>
            <ac:spMk id="6" creationId="{00000000-0000-0000-0000-000000000000}"/>
          </ac:spMkLst>
        </pc:spChg>
        <pc:spChg chg="mod">
          <ac:chgData name="David Long" userId="f0dab1f4b2f59987" providerId="LiveId" clId="{BD423006-59C5-4E11-8B6B-507DC77F169F}" dt="2026-08-11T08:37:49.693" v="1612" actId="20577"/>
          <ac:spMkLst>
            <pc:docMk/>
            <pc:sldMk cId="0" sldId="261"/>
            <ac:spMk id="8" creationId="{00000000-0000-0000-0000-000000000000}"/>
          </ac:spMkLst>
        </pc:spChg>
        <pc:spChg chg="mod">
          <ac:chgData name="David Long" userId="f0dab1f4b2f59987" providerId="LiveId" clId="{BD423006-59C5-4E11-8B6B-507DC77F169F}" dt="2026-08-11T08:37:50.152" v="1613" actId="20577"/>
          <ac:spMkLst>
            <pc:docMk/>
            <pc:sldMk cId="0" sldId="261"/>
            <ac:spMk id="9" creationId="{00000000-0000-0000-0000-000000000000}"/>
          </ac:spMkLst>
        </pc:spChg>
        <pc:spChg chg="mod">
          <ac:chgData name="David Long" userId="f0dab1f4b2f59987" providerId="LiveId" clId="{BD423006-59C5-4E11-8B6B-507DC77F169F}" dt="2026-08-11T08:37:50.644" v="1614" actId="20577"/>
          <ac:spMkLst>
            <pc:docMk/>
            <pc:sldMk cId="0" sldId="261"/>
            <ac:spMk id="11" creationId="{00000000-0000-0000-0000-000000000000}"/>
          </ac:spMkLst>
        </pc:spChg>
        <pc:spChg chg="mod">
          <ac:chgData name="David Long" userId="f0dab1f4b2f59987" providerId="LiveId" clId="{BD423006-59C5-4E11-8B6B-507DC77F169F}" dt="2026-08-11T08:37:51.153" v="1615" actId="20577"/>
          <ac:spMkLst>
            <pc:docMk/>
            <pc:sldMk cId="0" sldId="261"/>
            <ac:spMk id="12" creationId="{00000000-0000-0000-0000-000000000000}"/>
          </ac:spMkLst>
        </pc:spChg>
        <pc:spChg chg="mod">
          <ac:chgData name="David Long" userId="f0dab1f4b2f59987" providerId="LiveId" clId="{BD423006-59C5-4E11-8B6B-507DC77F169F}" dt="2026-08-11T08:37:51.751" v="1616" actId="20577"/>
          <ac:spMkLst>
            <pc:docMk/>
            <pc:sldMk cId="0" sldId="261"/>
            <ac:spMk id="14" creationId="{00000000-0000-0000-0000-000000000000}"/>
          </ac:spMkLst>
        </pc:spChg>
        <pc:spChg chg="mod">
          <ac:chgData name="David Long" userId="f0dab1f4b2f59987" providerId="LiveId" clId="{BD423006-59C5-4E11-8B6B-507DC77F169F}" dt="2026-08-11T08:37:52.148" v="1617" actId="20577"/>
          <ac:spMkLst>
            <pc:docMk/>
            <pc:sldMk cId="0" sldId="261"/>
            <ac:spMk id="15" creationId="{00000000-0000-0000-0000-000000000000}"/>
          </ac:spMkLst>
        </pc:spChg>
      </pc:sldChg>
      <pc:sldChg chg="modSp mod modNotes modNotesTx">
        <pc:chgData name="David Long" userId="f0dab1f4b2f59987" providerId="LiveId" clId="{BD423006-59C5-4E11-8B6B-507DC77F169F}" dt="2026-08-11T08:25:53.258" v="1604" actId="20577"/>
        <pc:sldMkLst>
          <pc:docMk/>
          <pc:sldMk cId="0" sldId="262"/>
        </pc:sldMkLst>
        <pc:spChg chg="mod">
          <ac:chgData name="David Long" userId="f0dab1f4b2f59987" providerId="LiveId" clId="{BD423006-59C5-4E11-8B6B-507DC77F169F}" dt="2026-08-11T07:32:11.255" v="155" actId="20577"/>
          <ac:spMkLst>
            <pc:docMk/>
            <pc:sldMk cId="0" sldId="262"/>
            <ac:spMk id="8" creationId="{00000000-0000-0000-0000-000000000000}"/>
          </ac:spMkLst>
        </pc:spChg>
        <pc:spChg chg="mod">
          <ac:chgData name="David Long" userId="f0dab1f4b2f59987" providerId="LiveId" clId="{BD423006-59C5-4E11-8B6B-507DC77F169F}" dt="2026-08-11T07:32:11.589" v="156" actId="20577"/>
          <ac:spMkLst>
            <pc:docMk/>
            <pc:sldMk cId="0" sldId="262"/>
            <ac:spMk id="11" creationId="{00000000-0000-0000-0000-000000000000}"/>
          </ac:spMkLst>
        </pc:spChg>
      </pc:sldChg>
      <pc:sldChg chg="addSp modSp mod modNotes">
        <pc:chgData name="David Long" userId="f0dab1f4b2f59987" providerId="LiveId" clId="{BD423006-59C5-4E11-8B6B-507DC77F169F}" dt="2026-08-13T23:48:47.261" v="2867" actId="2711"/>
        <pc:sldMkLst>
          <pc:docMk/>
          <pc:sldMk cId="0" sldId="263"/>
        </pc:sldMkLst>
        <pc:spChg chg="mod">
          <ac:chgData name="David Long" userId="f0dab1f4b2f59987" providerId="LiveId" clId="{BD423006-59C5-4E11-8B6B-507DC77F169F}" dt="2026-08-13T23:45:51.104" v="2842" actId="948"/>
          <ac:spMkLst>
            <pc:docMk/>
            <pc:sldMk cId="0" sldId="263"/>
            <ac:spMk id="5" creationId="{00000000-0000-0000-0000-000000000000}"/>
          </ac:spMkLst>
        </pc:spChg>
        <pc:spChg chg="add mod">
          <ac:chgData name="David Long" userId="f0dab1f4b2f59987" providerId="LiveId" clId="{BD423006-59C5-4E11-8B6B-507DC77F169F}" dt="2026-08-13T23:46:16.884" v="2848" actId="1582"/>
          <ac:spMkLst>
            <pc:docMk/>
            <pc:sldMk cId="0" sldId="263"/>
            <ac:spMk id="6" creationId="{AB4D2C2B-97B8-3B21-388B-09229F9A3EFA}"/>
          </ac:spMkLst>
        </pc:spChg>
        <pc:spChg chg="add mod">
          <ac:chgData name="David Long" userId="f0dab1f4b2f59987" providerId="LiveId" clId="{BD423006-59C5-4E11-8B6B-507DC77F169F}" dt="2026-08-13T23:46:20.342" v="2857" actId="948"/>
          <ac:spMkLst>
            <pc:docMk/>
            <pc:sldMk cId="0" sldId="263"/>
            <ac:spMk id="7" creationId="{023F1CF4-A312-8E8E-481A-FD6D6BB15480}"/>
          </ac:spMkLst>
        </pc:spChg>
        <pc:spChg chg="add mod">
          <ac:chgData name="David Long" userId="f0dab1f4b2f59987" providerId="LiveId" clId="{BD423006-59C5-4E11-8B6B-507DC77F169F}" dt="2026-08-13T23:48:47.261" v="2867" actId="2711"/>
          <ac:spMkLst>
            <pc:docMk/>
            <pc:sldMk cId="0" sldId="263"/>
            <ac:spMk id="8" creationId="{F0AE5DB2-73E5-8FE9-FE51-45675AE50032}"/>
          </ac:spMkLst>
        </pc:spChg>
        <pc:spChg chg="mod">
          <ac:chgData name="David Long" userId="f0dab1f4b2f59987" providerId="LiveId" clId="{BD423006-59C5-4E11-8B6B-507DC77F169F}" dt="2026-08-13T23:45:48.807" v="2828"/>
          <ac:spMkLst>
            <pc:docMk/>
            <pc:sldMk cId="0" sldId="263"/>
            <ac:spMk id="9" creationId="{EB8F05B1-0C6F-85C3-09E3-DC807EA60B9F}"/>
          </ac:spMkLst>
        </pc:spChg>
        <pc:spChg chg="mod">
          <ac:chgData name="David Long" userId="f0dab1f4b2f59987" providerId="LiveId" clId="{BD423006-59C5-4E11-8B6B-507DC77F169F}" dt="2026-08-13T23:45:48.846" v="2836"/>
          <ac:spMkLst>
            <pc:docMk/>
            <pc:sldMk cId="0" sldId="263"/>
            <ac:spMk id="11" creationId="{CA042E39-C912-4482-5368-24E2DF631308}"/>
          </ac:spMkLst>
        </pc:spChg>
      </pc:sldChg>
      <pc:sldChg chg="delSp modSp del mod modNotes">
        <pc:chgData name="David Long" userId="f0dab1f4b2f59987" providerId="LiveId" clId="{BD423006-59C5-4E11-8B6B-507DC77F169F}" dt="2026-08-13T23:33:00.925" v="2698" actId="2696"/>
        <pc:sldMkLst>
          <pc:docMk/>
          <pc:sldMk cId="0" sldId="264"/>
        </pc:sldMkLst>
        <pc:spChg chg="mod">
          <ac:chgData name="David Long" userId="f0dab1f4b2f59987" providerId="LiveId" clId="{BD423006-59C5-4E11-8B6B-507DC77F169F}" dt="2026-08-13T13:39:25.332" v="2129" actId="20577"/>
          <ac:spMkLst>
            <pc:docMk/>
            <pc:sldMk cId="0" sldId="264"/>
            <ac:spMk id="16" creationId="{00000000-0000-0000-0000-000000000000}"/>
          </ac:spMkLst>
        </pc:spChg>
        <pc:spChg chg="del">
          <ac:chgData name="David Long" userId="f0dab1f4b2f59987" providerId="LiveId" clId="{BD423006-59C5-4E11-8B6B-507DC77F169F}" dt="2026-08-13T23:25:54.237" v="2216" actId="478"/>
          <ac:spMkLst>
            <pc:docMk/>
            <pc:sldMk cId="0" sldId="264"/>
            <ac:spMk id="29" creationId="{00000000-0000-0000-0000-000000000000}"/>
          </ac:spMkLst>
        </pc:spChg>
        <pc:spChg chg="del mod">
          <ac:chgData name="David Long" userId="f0dab1f4b2f59987" providerId="LiveId" clId="{BD423006-59C5-4E11-8B6B-507DC77F169F}" dt="2026-08-13T23:25:56.850" v="2217" actId="478"/>
          <ac:spMkLst>
            <pc:docMk/>
            <pc:sldMk cId="0" sldId="264"/>
            <ac:spMk id="30" creationId="{00000000-0000-0000-0000-000000000000}"/>
          </ac:spMkLst>
        </pc:spChg>
      </pc:sldChg>
      <pc:sldChg chg="modSp mod modNotes">
        <pc:chgData name="David Long" userId="f0dab1f4b2f59987" providerId="LiveId" clId="{BD423006-59C5-4E11-8B6B-507DC77F169F}" dt="2026-08-13T13:41:06.081" v="2175" actId="20577"/>
        <pc:sldMkLst>
          <pc:docMk/>
          <pc:sldMk cId="0" sldId="265"/>
        </pc:sldMkLst>
        <pc:spChg chg="mod">
          <ac:chgData name="David Long" userId="f0dab1f4b2f59987" providerId="LiveId" clId="{BD423006-59C5-4E11-8B6B-507DC77F169F}" dt="2026-08-13T13:41:06.081" v="2175" actId="20577"/>
          <ac:spMkLst>
            <pc:docMk/>
            <pc:sldMk cId="0" sldId="265"/>
            <ac:spMk id="11" creationId="{00000000-0000-0000-0000-000000000000}"/>
          </ac:spMkLst>
        </pc:spChg>
      </pc:sldChg>
      <pc:sldChg chg="modSp add mod modNotes modNotesTx">
        <pc:chgData name="David Long" userId="f0dab1f4b2f59987" providerId="LiveId" clId="{BD423006-59C5-4E11-8B6B-507DC77F169F}" dt="2026-08-13T13:23:53.818" v="2051" actId="20577"/>
        <pc:sldMkLst>
          <pc:docMk/>
          <pc:sldMk cId="3230234624" sldId="269"/>
        </pc:sldMkLst>
        <pc:spChg chg="mod">
          <ac:chgData name="David Long" userId="f0dab1f4b2f59987" providerId="LiveId" clId="{BD423006-59C5-4E11-8B6B-507DC77F169F}" dt="2026-08-13T13:23:53.818" v="2051" actId="20577"/>
          <ac:spMkLst>
            <pc:docMk/>
            <pc:sldMk cId="3230234624" sldId="269"/>
            <ac:spMk id="9" creationId="{B6F76717-FBF4-D43F-202F-9235C7C3C349}"/>
          </ac:spMkLst>
        </pc:spChg>
      </pc:sldChg>
      <pc:sldChg chg="addSp modSp add mod modNotes modNotesTx">
        <pc:chgData name="David Long" userId="f0dab1f4b2f59987" providerId="LiveId" clId="{BD423006-59C5-4E11-8B6B-507DC77F169F}" dt="2026-08-11T08:19:22.666" v="1484" actId="20577"/>
        <pc:sldMkLst>
          <pc:docMk/>
          <pc:sldMk cId="3658503222" sldId="270"/>
        </pc:sldMkLst>
        <pc:spChg chg="add mod ord">
          <ac:chgData name="David Long" userId="f0dab1f4b2f59987" providerId="LiveId" clId="{BD423006-59C5-4E11-8B6B-507DC77F169F}" dt="2026-08-11T07:47:27.530" v="608"/>
          <ac:spMkLst>
            <pc:docMk/>
            <pc:sldMk cId="3658503222" sldId="270"/>
            <ac:spMk id="2" creationId="{AAF7F6B7-D9AA-1A29-39E2-1D2D3447BDFB}"/>
          </ac:spMkLst>
        </pc:spChg>
        <pc:spChg chg="add mod">
          <ac:chgData name="David Long" userId="f0dab1f4b2f59987" providerId="LiveId" clId="{BD423006-59C5-4E11-8B6B-507DC77F169F}" dt="2026-08-11T07:47:31.084" v="609"/>
          <ac:spMkLst>
            <pc:docMk/>
            <pc:sldMk cId="3658503222" sldId="270"/>
            <ac:spMk id="3" creationId="{294DC6C8-EE33-72F7-95A1-953E9046C877}"/>
          </ac:spMkLst>
        </pc:spChg>
        <pc:spChg chg="add mod">
          <ac:chgData name="David Long" userId="f0dab1f4b2f59987" providerId="LiveId" clId="{BD423006-59C5-4E11-8B6B-507DC77F169F}" dt="2026-08-11T07:47:01.487" v="579" actId="207"/>
          <ac:spMkLst>
            <pc:docMk/>
            <pc:sldMk cId="3658503222" sldId="270"/>
            <ac:spMk id="4" creationId="{F343D42E-5AB8-5080-D935-F249DC57DC05}"/>
          </ac:spMkLst>
        </pc:spChg>
        <pc:spChg chg="add mod">
          <ac:chgData name="David Long" userId="f0dab1f4b2f59987" providerId="LiveId" clId="{BD423006-59C5-4E11-8B6B-507DC77F169F}" dt="2026-08-11T07:47:02.038" v="583" actId="207"/>
          <ac:spMkLst>
            <pc:docMk/>
            <pc:sldMk cId="3658503222" sldId="270"/>
            <ac:spMk id="5" creationId="{0608A97F-A4AD-824E-1349-58727E4A223A}"/>
          </ac:spMkLst>
        </pc:spChg>
        <pc:spChg chg="add mod">
          <ac:chgData name="David Long" userId="f0dab1f4b2f59987" providerId="LiveId" clId="{BD423006-59C5-4E11-8B6B-507DC77F169F}" dt="2026-08-11T07:47:06.345" v="605"/>
          <ac:spMkLst>
            <pc:docMk/>
            <pc:sldMk cId="3658503222" sldId="270"/>
            <ac:spMk id="6" creationId="{7C218566-5204-FD9B-68B7-82FF2C629F19}"/>
          </ac:spMkLst>
        </pc:spChg>
        <pc:spChg chg="add mod">
          <ac:chgData name="David Long" userId="f0dab1f4b2f59987" providerId="LiveId" clId="{BD423006-59C5-4E11-8B6B-507DC77F169F}" dt="2026-08-11T07:46:59.839" v="571" actId="1582"/>
          <ac:spMkLst>
            <pc:docMk/>
            <pc:sldMk cId="3658503222" sldId="270"/>
            <ac:spMk id="7" creationId="{5D730056-2EAC-D3A6-ADEB-76C560F98819}"/>
          </ac:spMkLst>
        </pc:spChg>
        <pc:spChg chg="add mod">
          <ac:chgData name="David Long" userId="f0dab1f4b2f59987" providerId="LiveId" clId="{BD423006-59C5-4E11-8B6B-507DC77F169F}" dt="2026-08-11T07:47:00.450" v="573" actId="1582"/>
          <ac:spMkLst>
            <pc:docMk/>
            <pc:sldMk cId="3658503222" sldId="270"/>
            <ac:spMk id="8" creationId="{7C77D632-801B-BCDB-30F2-DDC63601BFEB}"/>
          </ac:spMkLst>
        </pc:spChg>
        <pc:spChg chg="add mod">
          <ac:chgData name="David Long" userId="f0dab1f4b2f59987" providerId="LiveId" clId="{BD423006-59C5-4E11-8B6B-507DC77F169F}" dt="2026-08-11T07:47:02.500" v="586" actId="207"/>
          <ac:spMkLst>
            <pc:docMk/>
            <pc:sldMk cId="3658503222" sldId="270"/>
            <ac:spMk id="9" creationId="{6C3F0705-6F17-595E-C80C-D05976A44CE0}"/>
          </ac:spMkLst>
        </pc:spChg>
        <pc:spChg chg="add mod">
          <ac:chgData name="David Long" userId="f0dab1f4b2f59987" providerId="LiveId" clId="{BD423006-59C5-4E11-8B6B-507DC77F169F}" dt="2026-08-11T07:47:03.840" v="594" actId="207"/>
          <ac:spMkLst>
            <pc:docMk/>
            <pc:sldMk cId="3658503222" sldId="270"/>
            <ac:spMk id="10" creationId="{73CF10A2-CF9E-0A7C-E5FD-1F5527E2E124}"/>
          </ac:spMkLst>
        </pc:spChg>
        <pc:spChg chg="add mod">
          <ac:chgData name="David Long" userId="f0dab1f4b2f59987" providerId="LiveId" clId="{BD423006-59C5-4E11-8B6B-507DC77F169F}" dt="2026-08-11T07:47:02.944" v="589" actId="207"/>
          <ac:spMkLst>
            <pc:docMk/>
            <pc:sldMk cId="3658503222" sldId="270"/>
            <ac:spMk id="11" creationId="{CEFAAB5C-4D53-FE1B-6D43-8EA22402B17E}"/>
          </ac:spMkLst>
        </pc:spChg>
        <pc:spChg chg="add mod">
          <ac:chgData name="David Long" userId="f0dab1f4b2f59987" providerId="LiveId" clId="{BD423006-59C5-4E11-8B6B-507DC77F169F}" dt="2026-08-11T07:47:04.262" v="596" actId="207"/>
          <ac:spMkLst>
            <pc:docMk/>
            <pc:sldMk cId="3658503222" sldId="270"/>
            <ac:spMk id="12" creationId="{3194C2E4-2FF9-3CAF-0AD9-C09BB003A385}"/>
          </ac:spMkLst>
        </pc:spChg>
        <pc:spChg chg="add mod">
          <ac:chgData name="David Long" userId="f0dab1f4b2f59987" providerId="LiveId" clId="{BD423006-59C5-4E11-8B6B-507DC77F169F}" dt="2026-08-11T07:47:03.376" v="592" actId="207"/>
          <ac:spMkLst>
            <pc:docMk/>
            <pc:sldMk cId="3658503222" sldId="270"/>
            <ac:spMk id="13" creationId="{2C7F5FBD-3DB9-430C-0F4A-33620E8A1574}"/>
          </ac:spMkLst>
        </pc:spChg>
        <pc:spChg chg="add mod">
          <ac:chgData name="David Long" userId="f0dab1f4b2f59987" providerId="LiveId" clId="{BD423006-59C5-4E11-8B6B-507DC77F169F}" dt="2026-08-11T07:47:04.811" v="598" actId="207"/>
          <ac:spMkLst>
            <pc:docMk/>
            <pc:sldMk cId="3658503222" sldId="270"/>
            <ac:spMk id="14" creationId="{90C7B489-F8AA-CCCA-B194-C2DE18317B9B}"/>
          </ac:spMkLst>
        </pc:spChg>
        <pc:spChg chg="add mod">
          <ac:chgData name="David Long" userId="f0dab1f4b2f59987" providerId="LiveId" clId="{BD423006-59C5-4E11-8B6B-507DC77F169F}" dt="2026-08-11T07:47:01.015" v="575" actId="1582"/>
          <ac:spMkLst>
            <pc:docMk/>
            <pc:sldMk cId="3658503222" sldId="270"/>
            <ac:spMk id="15" creationId="{1399B483-487F-7054-3978-97E8125E47D5}"/>
          </ac:spMkLst>
        </pc:spChg>
        <pc:spChg chg="add mod">
          <ac:chgData name="David Long" userId="f0dab1f4b2f59987" providerId="LiveId" clId="{BD423006-59C5-4E11-8B6B-507DC77F169F}" dt="2026-08-11T07:47:05.339" v="601" actId="207"/>
          <ac:spMkLst>
            <pc:docMk/>
            <pc:sldMk cId="3658503222" sldId="270"/>
            <ac:spMk id="16" creationId="{978452C5-DE8E-5059-B6B3-9200A878AE2C}"/>
          </ac:spMkLst>
        </pc:spChg>
        <pc:spChg chg="add mod">
          <ac:chgData name="David Long" userId="f0dab1f4b2f59987" providerId="LiveId" clId="{BD423006-59C5-4E11-8B6B-507DC77F169F}" dt="2026-08-11T07:47:05.911" v="603" actId="207"/>
          <ac:spMkLst>
            <pc:docMk/>
            <pc:sldMk cId="3658503222" sldId="270"/>
            <ac:spMk id="17" creationId="{1318B08F-FA4A-8008-3678-314F14A422BD}"/>
          </ac:spMkLst>
        </pc:spChg>
      </pc:sldChg>
      <pc:sldChg chg="addSp delSp modSp add mod ord modNotes">
        <pc:chgData name="David Long" userId="f0dab1f4b2f59987" providerId="LiveId" clId="{BD423006-59C5-4E11-8B6B-507DC77F169F}" dt="2026-08-13T23:58:39.249" v="2869" actId="20577"/>
        <pc:sldMkLst>
          <pc:docMk/>
          <pc:sldMk cId="931189343" sldId="271"/>
        </pc:sldMkLst>
        <pc:spChg chg="add mod ord">
          <ac:chgData name="David Long" userId="f0dab1f4b2f59987" providerId="LiveId" clId="{BD423006-59C5-4E11-8B6B-507DC77F169F}" dt="2026-08-13T23:34:46.352" v="2804"/>
          <ac:spMkLst>
            <pc:docMk/>
            <pc:sldMk cId="931189343" sldId="271"/>
            <ac:spMk id="3" creationId="{19E7BEDB-571A-96F4-A7D6-606140D07933}"/>
          </ac:spMkLst>
        </pc:spChg>
        <pc:spChg chg="add del">
          <ac:chgData name="David Long" userId="f0dab1f4b2f59987" providerId="LiveId" clId="{BD423006-59C5-4E11-8B6B-507DC77F169F}" dt="2026-08-13T23:32:39.484" v="2690"/>
          <ac:spMkLst>
            <pc:docMk/>
            <pc:sldMk cId="931189343" sldId="271"/>
            <ac:spMk id="4" creationId="{95D108C1-1398-F9F3-39D6-B9212932685B}"/>
          </ac:spMkLst>
        </pc:spChg>
        <pc:spChg chg="add mod ord">
          <ac:chgData name="David Long" userId="f0dab1f4b2f59987" providerId="LiveId" clId="{BD423006-59C5-4E11-8B6B-507DC77F169F}" dt="2026-08-13T23:32:52.945" v="2696"/>
          <ac:spMkLst>
            <pc:docMk/>
            <pc:sldMk cId="931189343" sldId="271"/>
            <ac:spMk id="5" creationId="{7590A386-8C81-2280-AA3B-67D6DD32F8B6}"/>
          </ac:spMkLst>
        </pc:spChg>
        <pc:spChg chg="add del mod">
          <ac:chgData name="David Long" userId="f0dab1f4b2f59987" providerId="LiveId" clId="{BD423006-59C5-4E11-8B6B-507DC77F169F}" dt="2026-08-13T23:32:35.166" v="2688"/>
          <ac:spMkLst>
            <pc:docMk/>
            <pc:sldMk cId="931189343" sldId="271"/>
            <ac:spMk id="7" creationId="{32C388DA-9B95-26BA-3309-9484D8FFC7F2}"/>
          </ac:spMkLst>
        </pc:spChg>
        <pc:spChg chg="add mod ord">
          <ac:chgData name="David Long" userId="f0dab1f4b2f59987" providerId="LiveId" clId="{BD423006-59C5-4E11-8B6B-507DC77F169F}" dt="2026-08-13T23:33:31.270" v="2704"/>
          <ac:spMkLst>
            <pc:docMk/>
            <pc:sldMk cId="931189343" sldId="271"/>
            <ac:spMk id="8" creationId="{2E5D2C6D-E7EA-D537-E053-99C12F3212F8}"/>
          </ac:spMkLst>
        </pc:spChg>
        <pc:spChg chg="add mod ord">
          <ac:chgData name="David Long" userId="f0dab1f4b2f59987" providerId="LiveId" clId="{BD423006-59C5-4E11-8B6B-507DC77F169F}" dt="2026-08-13T23:33:31.754" v="2706"/>
          <ac:spMkLst>
            <pc:docMk/>
            <pc:sldMk cId="931189343" sldId="271"/>
            <ac:spMk id="9" creationId="{34BB0FD6-99EB-47A7-567D-31479107889B}"/>
          </ac:spMkLst>
        </pc:spChg>
        <pc:spChg chg="add mod ord">
          <ac:chgData name="David Long" userId="f0dab1f4b2f59987" providerId="LiveId" clId="{BD423006-59C5-4E11-8B6B-507DC77F169F}" dt="2026-08-13T23:33:39.462" v="2734"/>
          <ac:spMkLst>
            <pc:docMk/>
            <pc:sldMk cId="931189343" sldId="271"/>
            <ac:spMk id="10" creationId="{B2DEDB76-8031-1DC7-9828-33BFF8D17467}"/>
          </ac:spMkLst>
        </pc:spChg>
        <pc:spChg chg="add mod ord">
          <ac:chgData name="David Long" userId="f0dab1f4b2f59987" providerId="LiveId" clId="{BD423006-59C5-4E11-8B6B-507DC77F169F}" dt="2026-08-13T23:33:39.981" v="2736"/>
          <ac:spMkLst>
            <pc:docMk/>
            <pc:sldMk cId="931189343" sldId="271"/>
            <ac:spMk id="11" creationId="{290ACA07-7AAE-ADC8-9419-0E417E976C2D}"/>
          </ac:spMkLst>
        </pc:spChg>
        <pc:spChg chg="add mod ord">
          <ac:chgData name="David Long" userId="f0dab1f4b2f59987" providerId="LiveId" clId="{BD423006-59C5-4E11-8B6B-507DC77F169F}" dt="2026-08-13T23:33:40.581" v="2738"/>
          <ac:spMkLst>
            <pc:docMk/>
            <pc:sldMk cId="931189343" sldId="271"/>
            <ac:spMk id="12" creationId="{C0A0EAFE-AC56-9EA3-4283-8D98034887CD}"/>
          </ac:spMkLst>
        </pc:spChg>
        <pc:spChg chg="add mod ord">
          <ac:chgData name="David Long" userId="f0dab1f4b2f59987" providerId="LiveId" clId="{BD423006-59C5-4E11-8B6B-507DC77F169F}" dt="2026-08-13T23:33:40.634" v="2740"/>
          <ac:spMkLst>
            <pc:docMk/>
            <pc:sldMk cId="931189343" sldId="271"/>
            <ac:spMk id="13" creationId="{9D2306AB-0899-92CB-8E3B-4D2D40D2C6AB}"/>
          </ac:spMkLst>
        </pc:spChg>
        <pc:spChg chg="add mod">
          <ac:chgData name="David Long" userId="f0dab1f4b2f59987" providerId="LiveId" clId="{BD423006-59C5-4E11-8B6B-507DC77F169F}" dt="2026-08-13T23:33:45.051" v="2741"/>
          <ac:spMkLst>
            <pc:docMk/>
            <pc:sldMk cId="931189343" sldId="271"/>
            <ac:spMk id="14" creationId="{931F78B7-FD8B-1C82-AB3B-34215855C779}"/>
          </ac:spMkLst>
        </pc:spChg>
        <pc:spChg chg="add mod">
          <ac:chgData name="David Long" userId="f0dab1f4b2f59987" providerId="LiveId" clId="{BD423006-59C5-4E11-8B6B-507DC77F169F}" dt="2026-08-13T23:33:45.565" v="2742"/>
          <ac:spMkLst>
            <pc:docMk/>
            <pc:sldMk cId="931189343" sldId="271"/>
            <ac:spMk id="15" creationId="{6EB64553-8673-10B5-B887-A42DE9D84609}"/>
          </ac:spMkLst>
        </pc:spChg>
        <pc:spChg chg="add mod ord">
          <ac:chgData name="David Long" userId="f0dab1f4b2f59987" providerId="LiveId" clId="{BD423006-59C5-4E11-8B6B-507DC77F169F}" dt="2026-08-13T23:33:32.148" v="2708"/>
          <ac:spMkLst>
            <pc:docMk/>
            <pc:sldMk cId="931189343" sldId="271"/>
            <ac:spMk id="16" creationId="{4C004945-5D64-A347-A289-5AFAE7685292}"/>
          </ac:spMkLst>
        </pc:spChg>
        <pc:spChg chg="add mod ord">
          <ac:chgData name="David Long" userId="f0dab1f4b2f59987" providerId="LiveId" clId="{BD423006-59C5-4E11-8B6B-507DC77F169F}" dt="2026-08-13T23:34:38.257" v="2794"/>
          <ac:spMkLst>
            <pc:docMk/>
            <pc:sldMk cId="931189343" sldId="271"/>
            <ac:spMk id="17" creationId="{330631A0-3441-6A51-CD9C-3F92B8C33FEA}"/>
          </ac:spMkLst>
        </pc:spChg>
        <pc:spChg chg="add del mod">
          <ac:chgData name="David Long" userId="f0dab1f4b2f59987" providerId="LiveId" clId="{BD423006-59C5-4E11-8B6B-507DC77F169F}" dt="2026-08-13T07:48:21.533" v="1875"/>
          <ac:spMkLst>
            <pc:docMk/>
            <pc:sldMk cId="931189343" sldId="271"/>
            <ac:spMk id="17" creationId="{4170BE43-A5A0-7527-41BC-C5DFA2E7D93B}"/>
          </ac:spMkLst>
        </pc:spChg>
        <pc:spChg chg="add mod ord">
          <ac:chgData name="David Long" userId="f0dab1f4b2f59987" providerId="LiveId" clId="{BD423006-59C5-4E11-8B6B-507DC77F169F}" dt="2026-08-13T23:33:32.540" v="2710"/>
          <ac:spMkLst>
            <pc:docMk/>
            <pc:sldMk cId="931189343" sldId="271"/>
            <ac:spMk id="18" creationId="{37B2C368-F62C-F7E8-9C6A-8F456C35149C}"/>
          </ac:spMkLst>
        </pc:spChg>
        <pc:spChg chg="add mod ord">
          <ac:chgData name="David Long" userId="f0dab1f4b2f59987" providerId="LiveId" clId="{BD423006-59C5-4E11-8B6B-507DC77F169F}" dt="2026-08-13T23:33:33.113" v="2712"/>
          <ac:spMkLst>
            <pc:docMk/>
            <pc:sldMk cId="931189343" sldId="271"/>
            <ac:spMk id="19" creationId="{7291A75D-DF41-EB34-B7A8-6DE264E67A6D}"/>
          </ac:spMkLst>
        </pc:spChg>
        <pc:spChg chg="add mod ord">
          <ac:chgData name="David Long" userId="f0dab1f4b2f59987" providerId="LiveId" clId="{BD423006-59C5-4E11-8B6B-507DC77F169F}" dt="2026-08-13T23:33:33.562" v="2714"/>
          <ac:spMkLst>
            <pc:docMk/>
            <pc:sldMk cId="931189343" sldId="271"/>
            <ac:spMk id="20" creationId="{B7C52531-282D-9B12-BAE1-5F8200654CBA}"/>
          </ac:spMkLst>
        </pc:spChg>
        <pc:spChg chg="add mod ord">
          <ac:chgData name="David Long" userId="f0dab1f4b2f59987" providerId="LiveId" clId="{BD423006-59C5-4E11-8B6B-507DC77F169F}" dt="2026-08-13T23:58:39.249" v="2869" actId="20577"/>
          <ac:spMkLst>
            <pc:docMk/>
            <pc:sldMk cId="931189343" sldId="271"/>
            <ac:spMk id="21" creationId="{BC22C3EF-1F54-6351-ECC8-862784E39B76}"/>
          </ac:spMkLst>
        </pc:spChg>
        <pc:spChg chg="add del">
          <ac:chgData name="David Long" userId="f0dab1f4b2f59987" providerId="LiveId" clId="{BD423006-59C5-4E11-8B6B-507DC77F169F}" dt="2026-08-13T07:39:46.162" v="1758"/>
          <ac:spMkLst>
            <pc:docMk/>
            <pc:sldMk cId="931189343" sldId="271"/>
            <ac:spMk id="22" creationId="{2536E57E-1C58-2A11-A654-55D53B82D02E}"/>
          </ac:spMkLst>
        </pc:spChg>
        <pc:spChg chg="add mod ord">
          <ac:chgData name="David Long" userId="f0dab1f4b2f59987" providerId="LiveId" clId="{BD423006-59C5-4E11-8B6B-507DC77F169F}" dt="2026-08-13T23:34:38.725" v="2796"/>
          <ac:spMkLst>
            <pc:docMk/>
            <pc:sldMk cId="931189343" sldId="271"/>
            <ac:spMk id="23" creationId="{603A8D41-DA82-690D-69FE-B4A438967B69}"/>
          </ac:spMkLst>
        </pc:spChg>
        <pc:spChg chg="add del">
          <ac:chgData name="David Long" userId="f0dab1f4b2f59987" providerId="LiveId" clId="{BD423006-59C5-4E11-8B6B-507DC77F169F}" dt="2026-08-13T07:39:46.183" v="1760"/>
          <ac:spMkLst>
            <pc:docMk/>
            <pc:sldMk cId="931189343" sldId="271"/>
            <ac:spMk id="23" creationId="{FAD71208-3740-59F4-131A-CDA11B662749}"/>
          </ac:spMkLst>
        </pc:spChg>
        <pc:spChg chg="add del">
          <ac:chgData name="David Long" userId="f0dab1f4b2f59987" providerId="LiveId" clId="{BD423006-59C5-4E11-8B6B-507DC77F169F}" dt="2026-08-13T07:39:46.363" v="1762"/>
          <ac:spMkLst>
            <pc:docMk/>
            <pc:sldMk cId="931189343" sldId="271"/>
            <ac:spMk id="24" creationId="{4609870A-38B4-B901-E424-E0449019CDE6}"/>
          </ac:spMkLst>
        </pc:spChg>
        <pc:spChg chg="add mod ord">
          <ac:chgData name="David Long" userId="f0dab1f4b2f59987" providerId="LiveId" clId="{BD423006-59C5-4E11-8B6B-507DC77F169F}" dt="2026-08-13T23:34:39.270" v="2798"/>
          <ac:spMkLst>
            <pc:docMk/>
            <pc:sldMk cId="931189343" sldId="271"/>
            <ac:spMk id="25" creationId="{1A60DB1A-4808-F671-80AD-111E256F597D}"/>
          </ac:spMkLst>
        </pc:spChg>
        <pc:spChg chg="add del">
          <ac:chgData name="David Long" userId="f0dab1f4b2f59987" providerId="LiveId" clId="{BD423006-59C5-4E11-8B6B-507DC77F169F}" dt="2026-08-13T07:39:46.777" v="1764"/>
          <ac:spMkLst>
            <pc:docMk/>
            <pc:sldMk cId="931189343" sldId="271"/>
            <ac:spMk id="25" creationId="{C58A9746-3A1F-9A75-1700-1A53ADBFC85F}"/>
          </ac:spMkLst>
        </pc:spChg>
        <pc:spChg chg="add del">
          <ac:chgData name="David Long" userId="f0dab1f4b2f59987" providerId="LiveId" clId="{BD423006-59C5-4E11-8B6B-507DC77F169F}" dt="2026-08-13T07:39:47.274" v="1766"/>
          <ac:spMkLst>
            <pc:docMk/>
            <pc:sldMk cId="931189343" sldId="271"/>
            <ac:spMk id="26" creationId="{4A247A44-66B2-95C0-EB67-C4CBFB4DBF6F}"/>
          </ac:spMkLst>
        </pc:spChg>
        <pc:spChg chg="add del">
          <ac:chgData name="David Long" userId="f0dab1f4b2f59987" providerId="LiveId" clId="{BD423006-59C5-4E11-8B6B-507DC77F169F}" dt="2026-08-13T07:39:47.285" v="1768"/>
          <ac:spMkLst>
            <pc:docMk/>
            <pc:sldMk cId="931189343" sldId="271"/>
            <ac:spMk id="27" creationId="{0045BF6D-E9F2-CE73-4B01-4FBC6D043C9C}"/>
          </ac:spMkLst>
        </pc:spChg>
        <pc:spChg chg="add mod ord">
          <ac:chgData name="David Long" userId="f0dab1f4b2f59987" providerId="LiveId" clId="{BD423006-59C5-4E11-8B6B-507DC77F169F}" dt="2026-08-13T23:34:39.814" v="2800"/>
          <ac:spMkLst>
            <pc:docMk/>
            <pc:sldMk cId="931189343" sldId="271"/>
            <ac:spMk id="27" creationId="{B39EF9A5-AF3A-6F96-7E23-CB7009793A5A}"/>
          </ac:spMkLst>
        </pc:spChg>
        <pc:spChg chg="add mod">
          <ac:chgData name="David Long" userId="f0dab1f4b2f59987" providerId="LiveId" clId="{BD423006-59C5-4E11-8B6B-507DC77F169F}" dt="2026-08-13T23:33:34.520" v="2717"/>
          <ac:spMkLst>
            <pc:docMk/>
            <pc:sldMk cId="931189343" sldId="271"/>
            <ac:spMk id="28" creationId="{F63B9FD8-214E-A721-08A1-3224D4C154DC}"/>
          </ac:spMkLst>
        </pc:spChg>
        <pc:spChg chg="add del mod">
          <ac:chgData name="David Long" userId="f0dab1f4b2f59987" providerId="LiveId" clId="{BD423006-59C5-4E11-8B6B-507DC77F169F}" dt="2026-08-13T07:48:21.823" v="1876"/>
          <ac:spMkLst>
            <pc:docMk/>
            <pc:sldMk cId="931189343" sldId="271"/>
            <ac:spMk id="29" creationId="{66CFAC8B-B758-3D39-2DCA-4442A65B5BB2}"/>
          </ac:spMkLst>
        </pc:spChg>
        <pc:spChg chg="add mod">
          <ac:chgData name="David Long" userId="f0dab1f4b2f59987" providerId="LiveId" clId="{BD423006-59C5-4E11-8B6B-507DC77F169F}" dt="2026-08-13T23:33:35.175" v="2718"/>
          <ac:spMkLst>
            <pc:docMk/>
            <pc:sldMk cId="931189343" sldId="271"/>
            <ac:spMk id="30" creationId="{80D82169-BE2A-2A74-E4A3-F3712DD73A96}"/>
          </ac:spMkLst>
        </pc:spChg>
        <pc:spChg chg="add mod">
          <ac:chgData name="David Long" userId="f0dab1f4b2f59987" providerId="LiveId" clId="{BD423006-59C5-4E11-8B6B-507DC77F169F}" dt="2026-08-13T23:33:35.613" v="2719"/>
          <ac:spMkLst>
            <pc:docMk/>
            <pc:sldMk cId="931189343" sldId="271"/>
            <ac:spMk id="31" creationId="{B635DC96-53EE-A7CD-650D-A7F49868C327}"/>
          </ac:spMkLst>
        </pc:spChg>
        <pc:spChg chg="add mod">
          <ac:chgData name="David Long" userId="f0dab1f4b2f59987" providerId="LiveId" clId="{BD423006-59C5-4E11-8B6B-507DC77F169F}" dt="2026-08-13T23:33:36.079" v="2720"/>
          <ac:spMkLst>
            <pc:docMk/>
            <pc:sldMk cId="931189343" sldId="271"/>
            <ac:spMk id="32" creationId="{4AF5DDB5-DE64-D598-36CD-B4A7C8EC8941}"/>
          </ac:spMkLst>
        </pc:spChg>
        <pc:spChg chg="add mod ord">
          <ac:chgData name="David Long" userId="f0dab1f4b2f59987" providerId="LiveId" clId="{BD423006-59C5-4E11-8B6B-507DC77F169F}" dt="2026-08-13T23:35:32.669" v="2805" actId="14100"/>
          <ac:spMkLst>
            <pc:docMk/>
            <pc:sldMk cId="931189343" sldId="271"/>
            <ac:spMk id="33" creationId="{1C5CCA4B-A56A-DAA4-12B5-DE3A1A9D1CE2}"/>
          </ac:spMkLst>
        </pc:spChg>
        <pc:spChg chg="add mod ord">
          <ac:chgData name="David Long" userId="f0dab1f4b2f59987" providerId="LiveId" clId="{BD423006-59C5-4E11-8B6B-507DC77F169F}" dt="2026-08-13T23:33:58.330" v="2778"/>
          <ac:spMkLst>
            <pc:docMk/>
            <pc:sldMk cId="931189343" sldId="271"/>
            <ac:spMk id="34" creationId="{D4BC4BA7-770D-2782-3B10-43139A8F792E}"/>
          </ac:spMkLst>
        </pc:spChg>
        <pc:spChg chg="add del mod">
          <ac:chgData name="David Long" userId="f0dab1f4b2f59987" providerId="LiveId" clId="{BD423006-59C5-4E11-8B6B-507DC77F169F}" dt="2026-08-13T07:48:22.191" v="1878"/>
          <ac:spMkLst>
            <pc:docMk/>
            <pc:sldMk cId="931189343" sldId="271"/>
            <ac:spMk id="35" creationId="{47368614-13ED-A691-DC3D-C4A6B526F750}"/>
          </ac:spMkLst>
        </pc:spChg>
        <pc:spChg chg="add mod ord">
          <ac:chgData name="David Long" userId="f0dab1f4b2f59987" providerId="LiveId" clId="{BD423006-59C5-4E11-8B6B-507DC77F169F}" dt="2026-08-13T23:34:40.152" v="2802"/>
          <ac:spMkLst>
            <pc:docMk/>
            <pc:sldMk cId="931189343" sldId="271"/>
            <ac:spMk id="35" creationId="{A9351564-AF56-DFC5-7456-CAEA0440E4BA}"/>
          </ac:spMkLst>
        </pc:spChg>
        <pc:spChg chg="add mod ord">
          <ac:chgData name="David Long" userId="f0dab1f4b2f59987" providerId="LiveId" clId="{BD423006-59C5-4E11-8B6B-507DC77F169F}" dt="2026-08-13T23:33:58.780" v="2780"/>
          <ac:spMkLst>
            <pc:docMk/>
            <pc:sldMk cId="931189343" sldId="271"/>
            <ac:spMk id="36" creationId="{94C21485-7D4A-DDCA-AC09-7A69E1D8B935}"/>
          </ac:spMkLst>
        </pc:spChg>
        <pc:spChg chg="add mod ord">
          <ac:chgData name="David Long" userId="f0dab1f4b2f59987" providerId="LiveId" clId="{BD423006-59C5-4E11-8B6B-507DC77F169F}" dt="2026-08-13T23:33:59.205" v="2782"/>
          <ac:spMkLst>
            <pc:docMk/>
            <pc:sldMk cId="931189343" sldId="271"/>
            <ac:spMk id="37" creationId="{C85D121F-C249-15B3-CC82-07E2DB41E7BC}"/>
          </ac:spMkLst>
        </pc:spChg>
        <pc:spChg chg="add mod ord">
          <ac:chgData name="David Long" userId="f0dab1f4b2f59987" providerId="LiveId" clId="{BD423006-59C5-4E11-8B6B-507DC77F169F}" dt="2026-08-13T23:33:59.563" v="2784"/>
          <ac:spMkLst>
            <pc:docMk/>
            <pc:sldMk cId="931189343" sldId="271"/>
            <ac:spMk id="38" creationId="{0E65A1AF-6161-838E-54F0-33F95198FF99}"/>
          </ac:spMkLst>
        </pc:spChg>
        <pc:spChg chg="add del mod ord">
          <ac:chgData name="David Long" userId="f0dab1f4b2f59987" providerId="LiveId" clId="{BD423006-59C5-4E11-8B6B-507DC77F169F}" dt="2026-08-13T23:35:41.332" v="2807" actId="478"/>
          <ac:spMkLst>
            <pc:docMk/>
            <pc:sldMk cId="931189343" sldId="271"/>
            <ac:spMk id="39" creationId="{821882A0-62C9-8EDC-F742-30236F7A2FFA}"/>
          </ac:spMkLst>
        </pc:spChg>
        <pc:spChg chg="add del mod">
          <ac:chgData name="David Long" userId="f0dab1f4b2f59987" providerId="LiveId" clId="{BD423006-59C5-4E11-8B6B-507DC77F169F}" dt="2026-08-13T07:50:22.493" v="2016" actId="478"/>
          <ac:spMkLst>
            <pc:docMk/>
            <pc:sldMk cId="931189343" sldId="271"/>
            <ac:spMk id="40" creationId="{953EA690-766B-9D62-FCA7-7DB2B10ECF7A}"/>
          </ac:spMkLst>
        </pc:spChg>
        <pc:spChg chg="add mod ord">
          <ac:chgData name="David Long" userId="f0dab1f4b2f59987" providerId="LiveId" clId="{BD423006-59C5-4E11-8B6B-507DC77F169F}" dt="2026-08-13T23:33:57.462" v="2774"/>
          <ac:spMkLst>
            <pc:docMk/>
            <pc:sldMk cId="931189343" sldId="271"/>
            <ac:spMk id="41" creationId="{AE103AFA-D8BC-0116-994F-8FBB680BD0ED}"/>
          </ac:spMkLst>
        </pc:spChg>
        <pc:spChg chg="add mod ord">
          <ac:chgData name="David Long" userId="f0dab1f4b2f59987" providerId="LiveId" clId="{BD423006-59C5-4E11-8B6B-507DC77F169F}" dt="2026-08-13T23:36:20.993" v="2816" actId="403"/>
          <ac:spMkLst>
            <pc:docMk/>
            <pc:sldMk cId="931189343" sldId="271"/>
            <ac:spMk id="43" creationId="{9B5AE650-C9DB-F895-AA06-EECD3F523032}"/>
          </ac:spMkLst>
        </pc:spChg>
        <pc:spChg chg="add mod ord">
          <ac:chgData name="David Long" userId="f0dab1f4b2f59987" providerId="LiveId" clId="{BD423006-59C5-4E11-8B6B-507DC77F169F}" dt="2026-08-13T23:33:46.174" v="2744"/>
          <ac:spMkLst>
            <pc:docMk/>
            <pc:sldMk cId="931189343" sldId="271"/>
            <ac:spMk id="45" creationId="{7B66F567-64D9-118C-46A4-ADE0877A54A8}"/>
          </ac:spMkLst>
        </pc:spChg>
        <pc:spChg chg="add mod ord">
          <ac:chgData name="David Long" userId="f0dab1f4b2f59987" providerId="LiveId" clId="{BD423006-59C5-4E11-8B6B-507DC77F169F}" dt="2026-08-13T23:36:17.626" v="2815" actId="403"/>
          <ac:spMkLst>
            <pc:docMk/>
            <pc:sldMk cId="931189343" sldId="271"/>
            <ac:spMk id="47" creationId="{40CFAE8D-0B9D-CA94-9DF7-6EB40900E590}"/>
          </ac:spMkLst>
        </pc:spChg>
        <pc:spChg chg="add mod ord">
          <ac:chgData name="David Long" userId="f0dab1f4b2f59987" providerId="LiveId" clId="{BD423006-59C5-4E11-8B6B-507DC77F169F}" dt="2026-08-13T23:33:47.102" v="2748"/>
          <ac:spMkLst>
            <pc:docMk/>
            <pc:sldMk cId="931189343" sldId="271"/>
            <ac:spMk id="49" creationId="{DAE12CC1-68CB-9062-524B-87873EC6DB9B}"/>
          </ac:spMkLst>
        </pc:spChg>
        <pc:spChg chg="add mod ord">
          <ac:chgData name="David Long" userId="f0dab1f4b2f59987" providerId="LiveId" clId="{BD423006-59C5-4E11-8B6B-507DC77F169F}" dt="2026-08-13T23:36:15.189" v="2814" actId="403"/>
          <ac:spMkLst>
            <pc:docMk/>
            <pc:sldMk cId="931189343" sldId="271"/>
            <ac:spMk id="51" creationId="{944D2D9D-8A48-3A40-71E5-99BF312F3166}"/>
          </ac:spMkLst>
        </pc:spChg>
        <pc:spChg chg="add mod ord">
          <ac:chgData name="David Long" userId="f0dab1f4b2f59987" providerId="LiveId" clId="{BD423006-59C5-4E11-8B6B-507DC77F169F}" dt="2026-08-13T23:33:48.144" v="2752"/>
          <ac:spMkLst>
            <pc:docMk/>
            <pc:sldMk cId="931189343" sldId="271"/>
            <ac:spMk id="53" creationId="{B164EC62-76CD-46AB-338A-B6A79EA88B58}"/>
          </ac:spMkLst>
        </pc:spChg>
        <pc:spChg chg="add mod ord">
          <ac:chgData name="David Long" userId="f0dab1f4b2f59987" providerId="LiveId" clId="{BD423006-59C5-4E11-8B6B-507DC77F169F}" dt="2026-08-13T23:36:26.243" v="2818" actId="403"/>
          <ac:spMkLst>
            <pc:docMk/>
            <pc:sldMk cId="931189343" sldId="271"/>
            <ac:spMk id="55" creationId="{669EDBC8-D9AC-DA24-72CC-3D8D27CEF1B7}"/>
          </ac:spMkLst>
        </pc:spChg>
        <pc:spChg chg="add mod ord">
          <ac:chgData name="David Long" userId="f0dab1f4b2f59987" providerId="LiveId" clId="{BD423006-59C5-4E11-8B6B-507DC77F169F}" dt="2026-08-13T23:33:49.291" v="2756"/>
          <ac:spMkLst>
            <pc:docMk/>
            <pc:sldMk cId="931189343" sldId="271"/>
            <ac:spMk id="57" creationId="{F28E78D7-709A-E3B6-5CF8-ADF0117908BD}"/>
          </ac:spMkLst>
        </pc:spChg>
        <pc:spChg chg="add mod ord">
          <ac:chgData name="David Long" userId="f0dab1f4b2f59987" providerId="LiveId" clId="{BD423006-59C5-4E11-8B6B-507DC77F169F}" dt="2026-08-13T23:36:28.220" v="2819" actId="403"/>
          <ac:spMkLst>
            <pc:docMk/>
            <pc:sldMk cId="931189343" sldId="271"/>
            <ac:spMk id="59" creationId="{2E676ECB-A328-6D45-5095-79FAF755D4C6}"/>
          </ac:spMkLst>
        </pc:spChg>
        <pc:spChg chg="add mod ord">
          <ac:chgData name="David Long" userId="f0dab1f4b2f59987" providerId="LiveId" clId="{BD423006-59C5-4E11-8B6B-507DC77F169F}" dt="2026-08-13T23:33:50.449" v="2760"/>
          <ac:spMkLst>
            <pc:docMk/>
            <pc:sldMk cId="931189343" sldId="271"/>
            <ac:spMk id="61" creationId="{A1F960B6-FF1C-E9FE-4365-85552BA912ED}"/>
          </ac:spMkLst>
        </pc:spChg>
        <pc:spChg chg="add mod ord">
          <ac:chgData name="David Long" userId="f0dab1f4b2f59987" providerId="LiveId" clId="{BD423006-59C5-4E11-8B6B-507DC77F169F}" dt="2026-08-13T23:36:30.302" v="2820" actId="403"/>
          <ac:spMkLst>
            <pc:docMk/>
            <pc:sldMk cId="931189343" sldId="271"/>
            <ac:spMk id="63" creationId="{0A890534-AB8E-828A-6375-69864BE1CB03}"/>
          </ac:spMkLst>
        </pc:spChg>
        <pc:spChg chg="add mod ord">
          <ac:chgData name="David Long" userId="f0dab1f4b2f59987" providerId="LiveId" clId="{BD423006-59C5-4E11-8B6B-507DC77F169F}" dt="2026-08-13T23:33:51.545" v="2764"/>
          <ac:spMkLst>
            <pc:docMk/>
            <pc:sldMk cId="931189343" sldId="271"/>
            <ac:spMk id="65" creationId="{720B069C-A368-B361-1E8D-D163B06E9A08}"/>
          </ac:spMkLst>
        </pc:spChg>
        <pc:spChg chg="add mod ord">
          <ac:chgData name="David Long" userId="f0dab1f4b2f59987" providerId="LiveId" clId="{BD423006-59C5-4E11-8B6B-507DC77F169F}" dt="2026-08-13T23:33:52.073" v="2766"/>
          <ac:spMkLst>
            <pc:docMk/>
            <pc:sldMk cId="931189343" sldId="271"/>
            <ac:spMk id="67" creationId="{85F6FFD5-619E-6870-089E-39B832B14FD8}"/>
          </ac:spMkLst>
        </pc:spChg>
        <pc:spChg chg="add mod ord">
          <ac:chgData name="David Long" userId="f0dab1f4b2f59987" providerId="LiveId" clId="{BD423006-59C5-4E11-8B6B-507DC77F169F}" dt="2026-08-13T23:33:52.509" v="2768"/>
          <ac:spMkLst>
            <pc:docMk/>
            <pc:sldMk cId="931189343" sldId="271"/>
            <ac:spMk id="69" creationId="{79E3DD1B-DA44-039A-B62B-C5E14BCABAB3}"/>
          </ac:spMkLst>
        </pc:spChg>
        <pc:spChg chg="add mod ord">
          <ac:chgData name="David Long" userId="f0dab1f4b2f59987" providerId="LiveId" clId="{BD423006-59C5-4E11-8B6B-507DC77F169F}" dt="2026-08-13T23:33:53.121" v="2770"/>
          <ac:spMkLst>
            <pc:docMk/>
            <pc:sldMk cId="931189343" sldId="271"/>
            <ac:spMk id="71" creationId="{2BBE5CFA-5D20-54AE-D6A6-8EAC4A705953}"/>
          </ac:spMkLst>
        </pc:spChg>
        <pc:spChg chg="add mod ord">
          <ac:chgData name="David Long" userId="f0dab1f4b2f59987" providerId="LiveId" clId="{BD423006-59C5-4E11-8B6B-507DC77F169F}" dt="2026-08-13T23:33:53.181" v="2772"/>
          <ac:spMkLst>
            <pc:docMk/>
            <pc:sldMk cId="931189343" sldId="271"/>
            <ac:spMk id="73" creationId="{AC94C101-8CB4-9621-5C77-6C2DFC635CF8}"/>
          </ac:spMkLst>
        </pc:spChg>
        <pc:spChg chg="add mod ord">
          <ac:chgData name="David Long" userId="f0dab1f4b2f59987" providerId="LiveId" clId="{BD423006-59C5-4E11-8B6B-507DC77F169F}" dt="2026-08-13T23:34:37.720" v="2792"/>
          <ac:spMkLst>
            <pc:docMk/>
            <pc:sldMk cId="931189343" sldId="271"/>
            <ac:spMk id="74" creationId="{626B1EB0-C045-678F-3051-13C55AB19B31}"/>
          </ac:spMkLst>
        </pc:spChg>
        <pc:spChg chg="add mod ord">
          <ac:chgData name="David Long" userId="f0dab1f4b2f59987" providerId="LiveId" clId="{BD423006-59C5-4E11-8B6B-507DC77F169F}" dt="2026-08-13T23:34:36.784" v="2788"/>
          <ac:spMkLst>
            <pc:docMk/>
            <pc:sldMk cId="931189343" sldId="271"/>
            <ac:spMk id="75" creationId="{8C3093F3-98ED-6929-FB36-57DA5D45D9AD}"/>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00616466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AU"/>
          </a:p>
        </p:txBody>
      </p:sp>
      <p:sp>
        <p:nvSpPr>
          <p:cNvPr id="3" name="Notes Placeholder 2"/>
          <p:cNvSpPr>
            <a:spLocks noGrp="1"/>
          </p:cNvSpPr>
          <p:nvPr>
            <p:ph type="body" idx="1"/>
          </p:nvPr>
        </p:nvSpPr>
        <p:spPr/>
        <p:txBody>
          <a:bodyPr/>
          <a:lstStyle/>
          <a:p>
            <a:r>
              <a:rPr lang="en-US" dirty="0"/>
              <a:t>Hello Everyone, today I will be talking about the execution plan for semester 2. </a:t>
            </a:r>
            <a:endParaRPr lang="en-AU" dirty="0"/>
          </a:p>
        </p:txBody>
      </p:sp>
      <p:sp>
        <p:nvSpPr>
          <p:cNvPr id="4" name="Slide Number Placeholder 3"/>
          <p:cNvSpPr>
            <a:spLocks noGrp="1"/>
          </p:cNvSpPr>
          <p:nvPr>
            <p:ph type="sldNum" sz="quarter" idx="5"/>
          </p:nvPr>
        </p:nvSpPr>
        <p:spPr/>
        <p:txBody>
          <a:bodyPr/>
          <a:lstStyle/>
          <a:p>
            <a:fld id="{81A084F6-DEB1-46CA-8A6A-74785726ECE7}" type="slidenum">
              <a:rPr lang="en-AU" smtClean="0"/>
              <a:t>1</a:t>
            </a:fld>
            <a:endParaRPr lang="en-AU"/>
          </a:p>
        </p:txBody>
      </p:sp>
    </p:spTree>
    <p:extLst>
      <p:ext uri="{BB962C8B-B14F-4D97-AF65-F5344CB8AC3E}">
        <p14:creationId xmlns:p14="http://schemas.microsoft.com/office/powerpoint/2010/main" val="2100740490"/>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AU"/>
          </a:p>
        </p:txBody>
      </p:sp>
      <p:sp>
        <p:nvSpPr>
          <p:cNvPr id="3" name="Notes Placeholder 2"/>
          <p:cNvSpPr>
            <a:spLocks noGrp="1"/>
          </p:cNvSpPr>
          <p:nvPr>
            <p:ph type="body" sz="quarter" idx="3"/>
          </p:nvPr>
        </p:nvSpPr>
        <p:spPr/>
        <p:txBody>
          <a:bodyPr/>
          <a:lstStyle/>
          <a:p>
            <a:r>
              <a:rPr lang="en-US" dirty="0"/>
              <a:t>Just a quick recap of what I have done.
On the heavy dataset, we raised the worst-day availability from fifteen aircraft to eighteen, in about fifteen seconds.
What works well is how we search: we focus on the worst days, rebuild an aircraft’s plan when we move a check, and update availability cheaply.
What is still limited is decision-making. Right now, we only keep better moves, and we stop when nothing improves. That is why we are looking at simulated annealing in iteration 2.</a:t>
            </a:r>
            <a:endParaRPr dirty="0"/>
          </a:p>
        </p:txBody>
      </p:sp>
      <p:sp>
        <p:nvSpPr>
          <p:cNvPr id="4" name="Slide Number Placeholder 3"/>
          <p:cNvSpPr>
            <a:spLocks noGrp="1"/>
          </p:cNvSpPr>
          <p:nvPr>
            <p:ph type="sldNum" sz="quarter" idx="5"/>
          </p:nvPr>
        </p:nvSpPr>
        <p:spPr/>
        <p:txBody>
          <a:bodyPr/>
          <a:lstStyle/>
          <a:p>
            <a:endParaRPr lang="en-AU"/>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AU"/>
          </a:p>
        </p:txBody>
      </p:sp>
      <p:sp>
        <p:nvSpPr>
          <p:cNvPr id="3" name="Notes Placeholder 2"/>
          <p:cNvSpPr>
            <a:spLocks noGrp="1"/>
          </p:cNvSpPr>
          <p:nvPr>
            <p:ph type="body" sz="quarter" idx="3"/>
          </p:nvPr>
        </p:nvSpPr>
        <p:spPr/>
        <p:txBody>
          <a:bodyPr/>
          <a:lstStyle/>
          <a:p>
            <a:r>
              <a:rPr lang="en-US" dirty="0"/>
              <a:t>Here is a roadmap for iteration 2.
</a:t>
            </a:r>
          </a:p>
          <a:p>
            <a:r>
              <a:rPr lang="en-US" dirty="0"/>
              <a:t>Firstly, Simulated annealing is what I will spend most of my time on. I will explain what is simulated annealing and how it fits our design.
Then I will explore operational constraints, what will happen if I try to maximize availability in certain windows and control how surrounding maintenance can move.
Thirdly, hyperparameter analysis, find which parameters actually change the results.
Lastly, I will explore the starting stagger and check whether a good start is doing some of the work for us.
</a:t>
            </a:r>
            <a:endParaRPr dirty="0"/>
          </a:p>
        </p:txBody>
      </p:sp>
      <p:sp>
        <p:nvSpPr>
          <p:cNvPr id="4" name="Slide Number Placeholder 3"/>
          <p:cNvSpPr>
            <a:spLocks noGrp="1"/>
          </p:cNvSpPr>
          <p:nvPr>
            <p:ph type="sldNum" sz="quarter" idx="5"/>
          </p:nvPr>
        </p:nvSpPr>
        <p:spPr/>
        <p:txBody>
          <a:bodyPr/>
          <a:lstStyle/>
          <a:p>
            <a:endParaRPr lang="en-AU"/>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txBody>
          <a:bodyPr/>
          <a:lstStyle/>
          <a:p>
            <a:endParaRPr lang="en-AU"/>
          </a:p>
        </p:txBody>
      </p:sp>
      <p:sp>
        <p:nvSpPr>
          <p:cNvPr id="3" name="Notes Placeholder 2"/>
          <p:cNvSpPr>
            <a:spLocks noGrp="1"/>
          </p:cNvSpPr>
          <p:nvPr>
            <p:ph type="body" idx="1"/>
          </p:nvPr>
        </p:nvSpPr>
        <p:spPr>
          <a:xfrm>
            <a:off x="685800" y="4400550"/>
            <a:ext cx="5486400" cy="3600450"/>
          </a:xfrm>
          <a:prstGeom prst="rect">
            <a:avLst/>
          </a:prstGeom>
        </p:spPr>
        <p:txBody>
          <a:bodyPr/>
          <a:lstStyle/>
          <a:p>
            <a:r>
              <a:rPr lang="en-US" dirty="0"/>
              <a:t>So what is simulated annealing.
Simulated annealing is a search method. The idea comes from metalworking: heating metal allows it to bend, then cool it slowly so it settles into a strong structure. In optimisation, “heat” means we are more willing to try unusual moves. “Cooling” means we become stricter over time.
There are three simple steps.
First, search. We propose a change to the maintenance schedule — for example, shift a check a few days earlier or later — then evaluate the new plan with the same availability score we already use: minimum availability first, then smoothness, then average. We are not inventing a new scoring system here.
Second, accept. If the new plan is better, we keep it. That part is familiar. The difference is early in the search we may also keep a slightly worse plan, by chance. That sounds odd, but it is deliberate. A temporary worse move can get us out of a local minima.
Third, cool down. As the search continues, we accept fewer and fewer worse moves. Near the end, we mostly behave like today’s method: keep improvements, reject clear steps backwards.
So if we were walking up a hill, sometimes we might need to take a step downhill just to find a better path rather than constantly going up a hill that might be steep. If we accept worse moves temporarily, we might find an easier path.
What annealing does need later is a fair acceptance rule for those temporary worse moves — because our score is a ranked tuple, not one number. That is an acceptance detail, not a new objective. Next I will show how this idea maps onto the </a:t>
            </a:r>
            <a:r>
              <a:rPr lang="en-US" dirty="0" err="1"/>
              <a:t>optimiser</a:t>
            </a:r>
            <a:r>
              <a:rPr lang="en-US" dirty="0"/>
              <a:t> we already built.</a:t>
            </a:r>
            <a:endParaRPr lang="en-AU" dirty="0"/>
          </a:p>
        </p:txBody>
      </p:sp>
    </p:spTree>
    <p:extLst>
      <p:ext uri="{BB962C8B-B14F-4D97-AF65-F5344CB8AC3E}">
        <p14:creationId xmlns:p14="http://schemas.microsoft.com/office/powerpoint/2010/main" val="316674797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AU"/>
          </a:p>
        </p:txBody>
      </p:sp>
      <p:sp>
        <p:nvSpPr>
          <p:cNvPr id="3" name="Notes Placeholder 2"/>
          <p:cNvSpPr>
            <a:spLocks noGrp="1"/>
          </p:cNvSpPr>
          <p:nvPr>
            <p:ph type="body" sz="quarter" idx="3"/>
          </p:nvPr>
        </p:nvSpPr>
        <p:spPr/>
        <p:txBody>
          <a:bodyPr/>
          <a:lstStyle/>
          <a:p>
            <a:r>
              <a:rPr lang="en-US"/>
              <a:t>So how does annealing fit our design?
We will keep how we still focus on the worst availability days first. We still rebuild an aircraft’s schedule after a move, so the A, B, C, D rules stay valid. We still update availability cheaply instead of recalculating everything. We still try larger timing shifts, then smaller ones. And we still remember the best schedule we have seen so far.
On the change side: currently we only keep improving moves. That is classic hill-climbing. The new method is annealing acceptance — better moves always; worse moves sometimes, more early, less later. We also drop the improve-only early-exit so worse candidates can actually be tried.
So the fit is clean if we think in layers. Annealing does not replace how we find candidate moves. It replaces how we decide whether to accept them. Keep the smart search. Change the acceptance rule.
Next I will show the hybrid design in one line.</a:t>
            </a:r>
            <a:endParaRPr dirty="0"/>
          </a:p>
        </p:txBody>
      </p:sp>
      <p:sp>
        <p:nvSpPr>
          <p:cNvPr id="4" name="Slide Number Placeholder 3"/>
          <p:cNvSpPr>
            <a:spLocks noGrp="1"/>
          </p:cNvSpPr>
          <p:nvPr>
            <p:ph type="sldNum" sz="quarter" idx="5"/>
          </p:nvPr>
        </p:nvSpPr>
        <p:spPr/>
        <p:txBody>
          <a:bodyPr/>
          <a:lstStyle/>
          <a:p>
            <a:endParaRPr lang="en-AU"/>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AU"/>
          </a:p>
        </p:txBody>
      </p:sp>
      <p:sp>
        <p:nvSpPr>
          <p:cNvPr id="3" name="Notes Placeholder 2"/>
          <p:cNvSpPr>
            <a:spLocks noGrp="1"/>
          </p:cNvSpPr>
          <p:nvPr>
            <p:ph type="body" sz="quarter" idx="3"/>
          </p:nvPr>
        </p:nvSpPr>
        <p:spPr/>
        <p:txBody>
          <a:bodyPr/>
          <a:lstStyle/>
          <a:p>
            <a:r>
              <a:rPr lang="en-US"/>
              <a:t>This slide covers two things: how we treat a worse move, and how we know which plan to keep.
Checklist. If the new schedule improves the worst day, keep it. If it makes the worst day worse, reject it. If the worst day stays the same but the plan is bumpier, annealing may accept that sometimes early, less often later.
We keep two plans. Current can go downhill so we can keep searching from it. Best-so-far only updates when something beats it — that is what we report.
Because annealing is random, we run the full search three to five times. We report the typical result, not the lucky best. Today’s method is deterministic, so one run is enough. Do not compare best-of-five annealing with one baseline run.</a:t>
            </a:r>
            <a:endParaRPr dirty="0"/>
          </a:p>
        </p:txBody>
      </p:sp>
      <p:sp>
        <p:nvSpPr>
          <p:cNvPr id="4" name="Slide Number Placeholder 3"/>
          <p:cNvSpPr>
            <a:spLocks noGrp="1"/>
          </p:cNvSpPr>
          <p:nvPr>
            <p:ph type="sldNum" sz="quarter" idx="5"/>
          </p:nvPr>
        </p:nvSpPr>
        <p:spPr/>
        <p:txBody>
          <a:bodyPr/>
          <a:lstStyle/>
          <a:p>
            <a:endParaRPr lang="en-AU"/>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AU"/>
          </a:p>
        </p:txBody>
      </p:sp>
      <p:sp>
        <p:nvSpPr>
          <p:cNvPr id="3" name="Notes Placeholder 2"/>
          <p:cNvSpPr>
            <a:spLocks noGrp="1"/>
          </p:cNvSpPr>
          <p:nvPr>
            <p:ph type="body" sz="quarter" idx="3"/>
          </p:nvPr>
        </p:nvSpPr>
        <p:spPr/>
        <p:txBody>
          <a:bodyPr/>
          <a:lstStyle/>
          <a:p>
            <a:r>
              <a:rPr lang="en-US"/>
              <a:t>Now the constraints workstream.
Today’s model follows maintenance rules and availability. That is fine for a prototype, but real operations have more limits — busy periods, how far nearby checks can move, and whether certain aircraft must be available together.
So we will add those rules, and check them separately from the availability score. A nicer curve is not enough if the plan breaks the new rules.</a:t>
            </a:r>
            <a:endParaRPr dirty="0"/>
          </a:p>
        </p:txBody>
      </p:sp>
      <p:sp>
        <p:nvSpPr>
          <p:cNvPr id="4" name="Slide Number Placeholder 3"/>
          <p:cNvSpPr>
            <a:spLocks noGrp="1"/>
          </p:cNvSpPr>
          <p:nvPr>
            <p:ph type="sldNum" sz="quarter" idx="5"/>
          </p:nvPr>
        </p:nvSpPr>
        <p:spPr/>
        <p:txBody>
          <a:bodyPr/>
          <a:lstStyle/>
          <a:p>
            <a:endParaRPr lang="en-AU"/>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AU"/>
          </a:p>
        </p:txBody>
      </p:sp>
      <p:sp>
        <p:nvSpPr>
          <p:cNvPr id="3" name="Notes Placeholder 2"/>
          <p:cNvSpPr>
            <a:spLocks noGrp="1"/>
          </p:cNvSpPr>
          <p:nvPr>
            <p:ph type="body" sz="quarter" idx="3"/>
          </p:nvPr>
        </p:nvSpPr>
        <p:spPr/>
        <p:txBody>
          <a:bodyPr/>
          <a:lstStyle/>
          <a:p>
            <a:r>
              <a:rPr lang="en-US"/>
              <a:t>Third workstream: settings.
Several choices are already baked into today’s search: how far we move a check, how long we let it run, and whether we stop at the first improvement. If we add annealing, we also choose how quickly we become stricter.
Those choices affect both schedule quality and runtime, but we have not tested which ones actually matter.
So we will change one setting at a time on the heavy forecast, and watch worst-day availability and runtime together. The output should be a short list of settings that move the needle — not endless tuning. Document the result, then decide.</a:t>
            </a:r>
            <a:endParaRPr dirty="0"/>
          </a:p>
        </p:txBody>
      </p:sp>
      <p:sp>
        <p:nvSpPr>
          <p:cNvPr id="4" name="Slide Number Placeholder 3"/>
          <p:cNvSpPr>
            <a:spLocks noGrp="1"/>
          </p:cNvSpPr>
          <p:nvPr>
            <p:ph type="sldNum" sz="quarter" idx="5"/>
          </p:nvPr>
        </p:nvSpPr>
        <p:spPr/>
        <p:txBody>
          <a:bodyPr/>
          <a:lstStyle/>
          <a:p>
            <a:endParaRPr lang="en-AU"/>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AU"/>
          </a:p>
        </p:txBody>
      </p:sp>
      <p:sp>
        <p:nvSpPr>
          <p:cNvPr id="3" name="Notes Placeholder 2"/>
          <p:cNvSpPr>
            <a:spLocks noGrp="1"/>
          </p:cNvSpPr>
          <p:nvPr>
            <p:ph type="body" sz="quarter" idx="3"/>
          </p:nvPr>
        </p:nvSpPr>
        <p:spPr/>
        <p:txBody>
          <a:bodyPr/>
          <a:lstStyle/>
          <a:p>
            <a:r>
              <a:rPr lang="en-US"/>
              <a:t>Fourth: the starting schedule.
Our method starts from the loaded plan and only makes local changes. A well-staggered start can make the final result look better than the algorithm alone deserves. A bunched start can make a good method look weak. A “win” might just be a luckier start.
Priority-based selection does not make that start irrelevant. It only chooses which events to try first — those sitting on the worst availability days. If a worst-day event has an improving move, other events are not even considered that iteration. So non-bottleneck stagger is mostly inherited from the loaded plan. That is a reason to test controlled starts, not a reason to skip them.
So we will build a few controlled starting plans — bunched, as-loaded, and more spread out — and run the same search from each.
Today’s method and annealing get those same starts. We only call annealing better if it wins from the same starting plans. That keeps the comparison honest.</a:t>
            </a:r>
            <a:endParaRPr/>
          </a:p>
        </p:txBody>
      </p:sp>
      <p:sp>
        <p:nvSpPr>
          <p:cNvPr id="4" name="Slide Number Placeholder 3"/>
          <p:cNvSpPr>
            <a:spLocks noGrp="1"/>
          </p:cNvSpPr>
          <p:nvPr>
            <p:ph type="sldNum" sz="quarter" idx="5"/>
          </p:nvPr>
        </p:nvSpPr>
        <p:spPr/>
        <p:txBody>
          <a:bodyPr/>
          <a:lstStyle/>
          <a:p>
            <a:endParaRPr lang="en-AU"/>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a:prstGeom prst="rect">
            <a:avLst/>
          </a:prstGeom>
          <a:noFill/>
          <a:ln w="12700">
            <a:solidFill>
              <a:prstClr val="black"/>
            </a:solidFill>
          </a:ln>
        </p:spPr>
      </p:sp>
      <p:sp>
        <p:nvSpPr>
          <p:cNvPr id="3" name="Notes Placeholder 2"/>
          <p:cNvSpPr>
            <a:spLocks noGrp="1"/>
          </p:cNvSpPr>
          <p:nvPr>
            <p:ph type="body" idx="1"/>
          </p:nvPr>
        </p:nvSpPr>
        <p:spPr>
          <a:xfrm>
            <a:off x="685800" y="4400550"/>
            <a:ext cx="5486400" cy="3600450"/>
          </a:xfrm>
          <a:prstGeom prst="rect">
            <a:avLst/>
          </a:prstGeom>
        </p:spPr>
        <p:txBody>
          <a:bodyPr/>
          <a:lstStyle/>
          <a:p>
            <a:r>
              <a:rPr lang="en-US"/>
              <a:t>Order of work, and when it happens.
The Iteration 1 baseline is already frozen, so we do not spend time on that. Simulated annealing starts on the 17th of August. Fair scoring sits inside that work, not as a separate phase.
Then constraints, settings and stagger, and a keep-or-drop decision in October.
The last bar is the handoff document, through the last teaching day on 30 October.
Do not invent new ideas before the baseline is locked.</a:t>
            </a:r>
            <a:endParaRPr lang="en-AU"/>
          </a:p>
        </p:txBody>
      </p:sp>
    </p:spTree>
    <p:extLst>
      <p:ext uri="{BB962C8B-B14F-4D97-AF65-F5344CB8AC3E}">
        <p14:creationId xmlns:p14="http://schemas.microsoft.com/office/powerpoint/2010/main" val="192032625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AU"/>
          </a:p>
        </p:txBody>
      </p:sp>
      <p:sp>
        <p:nvSpPr>
          <p:cNvPr id="3" name="Notes Placeholder 2"/>
          <p:cNvSpPr>
            <a:spLocks noGrp="1"/>
          </p:cNvSpPr>
          <p:nvPr>
            <p:ph type="body" sz="quarter" idx="3"/>
          </p:nvPr>
        </p:nvSpPr>
        <p:spPr/>
        <p:txBody>
          <a:bodyPr/>
          <a:lstStyle/>
          <a:p>
            <a:r>
              <a:rPr lang="en-US"/>
              <a:t>What we will keep, and when we stop.
Keep annealing if the worst-day availability is at least as good as today, and it is not much slower. New operational rules still have to produce legal, usable schedules. And the gain has to come from the method — not a luckier start or a luckier random seed.
If annealing does not beat today’s method, we keep today’s method. If worse moves start hurting the worst day, we tighten the acceptance rule. If new constraints break feasibility, we do not ship them.
We only keep what the evidence supports.
Happy to take questions.</a:t>
            </a:r>
            <a:endParaRPr/>
          </a:p>
        </p:txBody>
      </p:sp>
      <p:sp>
        <p:nvSpPr>
          <p:cNvPr id="4" name="Slide Number Placeholder 3"/>
          <p:cNvSpPr>
            <a:spLocks noGrp="1"/>
          </p:cNvSpPr>
          <p:nvPr>
            <p:ph type="sldNum" sz="quarter" idx="5"/>
          </p:nvPr>
        </p:nvSpPr>
        <p:spPr/>
        <p:txBody>
          <a:bodyPr/>
          <a:lstStyle/>
          <a:p>
            <a:endParaRPr lang="en-AU"/>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8/14/2026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8/14/2026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8/14/2026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8/14/2026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8/14/2026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8/14/2026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8/14/2026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8/14/2026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8/14/2026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32B536-CD70-9DE5-CFC2-48C7671739CA}"/>
              </a:ext>
            </a:extLst>
          </p:cNvPr>
          <p:cNvSpPr>
            <a:spLocks noGrp="1"/>
          </p:cNvSpPr>
          <p:nvPr>
            <p:ph type="ctrTitle"/>
          </p:nvPr>
        </p:nvSpPr>
        <p:spPr/>
        <p:txBody>
          <a:bodyPr/>
          <a:lstStyle/>
          <a:p>
            <a:endParaRPr lang="en-AU" noProof="0" dirty="0"/>
          </a:p>
        </p:txBody>
      </p:sp>
      <p:sp>
        <p:nvSpPr>
          <p:cNvPr id="3" name="Subtitle 2">
            <a:extLst>
              <a:ext uri="{FF2B5EF4-FFF2-40B4-BE49-F238E27FC236}">
                <a16:creationId xmlns:a16="http://schemas.microsoft.com/office/drawing/2014/main" id="{2ED935A8-37BF-57C3-A747-1FF6693A07D8}"/>
              </a:ext>
            </a:extLst>
          </p:cNvPr>
          <p:cNvSpPr>
            <a:spLocks noGrp="1"/>
          </p:cNvSpPr>
          <p:nvPr>
            <p:ph type="subTitle" idx="1"/>
          </p:nvPr>
        </p:nvSpPr>
        <p:spPr/>
        <p:txBody>
          <a:bodyPr/>
          <a:lstStyle/>
          <a:p>
            <a:endParaRPr lang="en-AU" noProof="0" dirty="0"/>
          </a:p>
        </p:txBody>
      </p:sp>
      <p:sp>
        <p:nvSpPr>
          <p:cNvPr id="6" name="Rectangle 5">
            <a:extLst>
              <a:ext uri="{FF2B5EF4-FFF2-40B4-BE49-F238E27FC236}">
                <a16:creationId xmlns:a16="http://schemas.microsoft.com/office/drawing/2014/main" id="{D78B6FCE-F346-304F-AA40-EB8F60801D40}"/>
              </a:ext>
            </a:extLst>
          </p:cNvPr>
          <p:cNvSpPr/>
          <p:nvPr/>
        </p:nvSpPr>
        <p:spPr>
          <a:xfrm>
            <a:off x="319872" y="291353"/>
            <a:ext cx="11552256" cy="6275294"/>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noProof="0" dirty="0"/>
          </a:p>
        </p:txBody>
      </p:sp>
      <p:pic>
        <p:nvPicPr>
          <p:cNvPr id="7" name="Picture 6">
            <a:extLst>
              <a:ext uri="{FF2B5EF4-FFF2-40B4-BE49-F238E27FC236}">
                <a16:creationId xmlns:a16="http://schemas.microsoft.com/office/drawing/2014/main" id="{D47208DD-28BB-3FF1-9FBB-E8C3FAEBA2C2}"/>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66164" y="5838783"/>
            <a:ext cx="2003282" cy="443724"/>
          </a:xfrm>
          <a:prstGeom prst="rect">
            <a:avLst/>
          </a:prstGeom>
        </p:spPr>
      </p:pic>
      <p:pic>
        <p:nvPicPr>
          <p:cNvPr id="8" name="Picture 7">
            <a:extLst>
              <a:ext uri="{FF2B5EF4-FFF2-40B4-BE49-F238E27FC236}">
                <a16:creationId xmlns:a16="http://schemas.microsoft.com/office/drawing/2014/main" id="{918BAAE8-9568-E670-3D2B-09E0493A6586}"/>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1017370" y="426737"/>
            <a:ext cx="717140" cy="717140"/>
          </a:xfrm>
          <a:prstGeom prst="rect">
            <a:avLst/>
          </a:prstGeom>
        </p:spPr>
      </p:pic>
      <p:sp>
        <p:nvSpPr>
          <p:cNvPr id="9" name="TextBox 8">
            <a:extLst>
              <a:ext uri="{FF2B5EF4-FFF2-40B4-BE49-F238E27FC236}">
                <a16:creationId xmlns:a16="http://schemas.microsoft.com/office/drawing/2014/main" id="{B6F76717-FBF4-D43F-202F-9235C7C3C349}"/>
              </a:ext>
            </a:extLst>
          </p:cNvPr>
          <p:cNvSpPr txBox="1"/>
          <p:nvPr/>
        </p:nvSpPr>
        <p:spPr>
          <a:xfrm>
            <a:off x="457490" y="785307"/>
            <a:ext cx="9760880" cy="8417689"/>
          </a:xfrm>
          <a:prstGeom prst="rect">
            <a:avLst/>
          </a:prstGeom>
          <a:noFill/>
        </p:spPr>
        <p:txBody>
          <a:bodyPr wrap="square" rtlCol="0">
            <a:spAutoFit/>
          </a:bodyPr>
          <a:lstStyle/>
          <a:p>
            <a:r>
              <a:rPr lang="en-AU" sz="3600" b="1" dirty="0">
                <a:solidFill>
                  <a:schemeClr val="bg1"/>
                </a:solidFill>
              </a:rPr>
              <a:t>Scheduling Algorithm Research. </a:t>
            </a:r>
          </a:p>
          <a:p>
            <a:r>
              <a:rPr lang="en-AU" sz="3600" b="1" dirty="0">
                <a:solidFill>
                  <a:schemeClr val="bg1"/>
                </a:solidFill>
              </a:rPr>
              <a:t>Prototype a range of proposed scheduling algorithm improvements with dummy data</a:t>
            </a:r>
          </a:p>
          <a:p>
            <a:endParaRPr lang="en-AU" sz="3500" b="1" noProof="0" dirty="0">
              <a:solidFill>
                <a:schemeClr val="bg1"/>
              </a:solidFill>
            </a:endParaRPr>
          </a:p>
          <a:p>
            <a:r>
              <a:rPr lang="en-AU" sz="3500" b="1" noProof="0" dirty="0">
                <a:solidFill>
                  <a:schemeClr val="bg1"/>
                </a:solidFill>
              </a:rPr>
              <a:t>Iteration </a:t>
            </a:r>
            <a:r>
              <a:rPr lang="en-AU" sz="3500" b="1" dirty="0">
                <a:solidFill>
                  <a:schemeClr val="bg1"/>
                </a:solidFill>
              </a:rPr>
              <a:t>2: Execution Plan</a:t>
            </a:r>
          </a:p>
          <a:p>
            <a:r>
              <a:rPr lang="en-AU" sz="2000" b="1" dirty="0">
                <a:solidFill>
                  <a:schemeClr val="bg1"/>
                </a:solidFill>
              </a:rPr>
              <a:t>Simulated Annealing · Constraints · Hyperparameters Analysis · Initial Stagger</a:t>
            </a:r>
          </a:p>
          <a:p>
            <a:endParaRPr lang="en-US" sz="2000" b="1" dirty="0">
              <a:solidFill>
                <a:schemeClr val="bg1"/>
              </a:solidFill>
            </a:endParaRPr>
          </a:p>
          <a:p>
            <a:endParaRPr lang="en-AU" sz="3600" b="1" noProof="0" dirty="0">
              <a:solidFill>
                <a:schemeClr val="bg1"/>
              </a:solidFill>
            </a:endParaRPr>
          </a:p>
          <a:p>
            <a:endParaRPr lang="en-AU" sz="3500" b="1" noProof="0" dirty="0">
              <a:solidFill>
                <a:schemeClr val="bg1"/>
              </a:solidFill>
            </a:endParaRPr>
          </a:p>
          <a:p>
            <a:r>
              <a:rPr lang="en-AU" sz="2000" b="1" noProof="0" dirty="0">
                <a:solidFill>
                  <a:schemeClr val="bg1"/>
                </a:solidFill>
              </a:rPr>
              <a:t>Presenter: David Long</a:t>
            </a:r>
          </a:p>
          <a:p>
            <a:endParaRPr lang="en-AU" sz="3500" b="1" noProof="0" dirty="0">
              <a:solidFill>
                <a:schemeClr val="bg1"/>
              </a:solidFill>
            </a:endParaRPr>
          </a:p>
          <a:p>
            <a:endParaRPr lang="en-AU" sz="2000" b="1" noProof="0" dirty="0">
              <a:solidFill>
                <a:schemeClr val="bg1"/>
              </a:solidFill>
            </a:endParaRPr>
          </a:p>
          <a:p>
            <a:endParaRPr lang="en-AU" sz="2000" b="1" noProof="0" dirty="0">
              <a:solidFill>
                <a:schemeClr val="bg1"/>
              </a:solidFill>
            </a:endParaRPr>
          </a:p>
          <a:p>
            <a:endParaRPr lang="en-AU" sz="2000" b="1" noProof="0" dirty="0">
              <a:solidFill>
                <a:schemeClr val="bg1"/>
              </a:solidFill>
            </a:endParaRPr>
          </a:p>
          <a:p>
            <a:endParaRPr lang="en-AU" sz="2000" b="1" noProof="0" dirty="0">
              <a:solidFill>
                <a:schemeClr val="bg1"/>
              </a:solidFill>
            </a:endParaRPr>
          </a:p>
          <a:p>
            <a:endParaRPr lang="en-AU" sz="2000" b="1" noProof="0" dirty="0">
              <a:solidFill>
                <a:schemeClr val="bg1"/>
              </a:solidFill>
            </a:endParaRPr>
          </a:p>
          <a:p>
            <a:endParaRPr lang="en-AU" sz="2000" b="1" noProof="0" dirty="0">
              <a:solidFill>
                <a:schemeClr val="bg1"/>
              </a:solidFill>
            </a:endParaRPr>
          </a:p>
          <a:p>
            <a:endParaRPr lang="en-AU" sz="2000" b="1" noProof="0" dirty="0">
              <a:solidFill>
                <a:schemeClr val="bg1"/>
              </a:solidFill>
            </a:endParaRPr>
          </a:p>
          <a:p>
            <a:endParaRPr lang="en-AU" sz="2000" b="1" noProof="0" dirty="0">
              <a:solidFill>
                <a:schemeClr val="bg1"/>
              </a:solidFill>
            </a:endParaRPr>
          </a:p>
          <a:p>
            <a:endParaRPr lang="en-AU" sz="3500" b="1" noProof="0" dirty="0">
              <a:solidFill>
                <a:schemeClr val="bg1"/>
              </a:solidFill>
            </a:endParaRPr>
          </a:p>
        </p:txBody>
      </p:sp>
      <p:pic>
        <p:nvPicPr>
          <p:cNvPr id="10" name="Picture 9">
            <a:extLst>
              <a:ext uri="{FF2B5EF4-FFF2-40B4-BE49-F238E27FC236}">
                <a16:creationId xmlns:a16="http://schemas.microsoft.com/office/drawing/2014/main" id="{76A11E68-1434-FB0F-7BF1-51BB9BD25F77}"/>
              </a:ext>
            </a:extLst>
          </p:cNvPr>
          <p:cNvPicPr>
            <a:picLocks noChangeAspect="1"/>
          </p:cNvPicPr>
          <p:nvPr/>
        </p:nvPicPr>
        <p:blipFill>
          <a:blip r:embed="rId5"/>
          <a:stretch>
            <a:fillRect/>
          </a:stretch>
        </p:blipFill>
        <p:spPr>
          <a:xfrm>
            <a:off x="4398117" y="2874216"/>
            <a:ext cx="3395766" cy="1109568"/>
          </a:xfrm>
          <a:prstGeom prst="rect">
            <a:avLst/>
          </a:prstGeom>
        </p:spPr>
      </p:pic>
    </p:spTree>
    <p:extLst>
      <p:ext uri="{BB962C8B-B14F-4D97-AF65-F5344CB8AC3E}">
        <p14:creationId xmlns:p14="http://schemas.microsoft.com/office/powerpoint/2010/main" val="323023462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64592"/>
            <a:ext cx="11155680" cy="320040"/>
          </a:xfrm>
          <a:prstGeom prst="rect">
            <a:avLst/>
          </a:prstGeom>
          <a:noFill/>
        </p:spPr>
        <p:txBody>
          <a:bodyPr wrap="square">
            <a:spAutoFit/>
          </a:bodyPr>
          <a:lstStyle/>
          <a:p>
            <a:pPr algn="l"/>
            <a:r>
              <a:rPr sz="1700" b="1">
                <a:solidFill>
                  <a:srgbClr val="000000"/>
                </a:solidFill>
                <a:latin typeface="Calibri"/>
              </a:rPr>
              <a:t>ITERATION 1 RECAP</a:t>
            </a:r>
          </a:p>
        </p:txBody>
      </p:sp>
      <p:sp>
        <p:nvSpPr>
          <p:cNvPr id="5" name="TextBox 4"/>
          <p:cNvSpPr txBox="1"/>
          <p:nvPr/>
        </p:nvSpPr>
        <p:spPr>
          <a:xfrm>
            <a:off x="457200" y="411480"/>
            <a:ext cx="11247120" cy="640080"/>
          </a:xfrm>
          <a:prstGeom prst="rect">
            <a:avLst/>
          </a:prstGeom>
          <a:noFill/>
        </p:spPr>
        <p:txBody>
          <a:bodyPr wrap="square">
            <a:spAutoFit/>
          </a:bodyPr>
          <a:lstStyle/>
          <a:p>
            <a:pPr algn="l"/>
            <a:r>
              <a:rPr sz="4000" b="1">
                <a:solidFill>
                  <a:srgbClr val="000000"/>
                </a:solidFill>
                <a:latin typeface="Calibri"/>
              </a:rPr>
              <a:t>Priority VNS delivered a practical baseline</a:t>
            </a:r>
          </a:p>
        </p:txBody>
      </p:sp>
      <p:sp>
        <p:nvSpPr>
          <p:cNvPr id="6" name="Rounded Rectangle 5"/>
          <p:cNvSpPr/>
          <p:nvPr/>
        </p:nvSpPr>
        <p:spPr>
          <a:xfrm>
            <a:off x="457200" y="1188720"/>
            <a:ext cx="5440680" cy="1417320"/>
          </a:xfrm>
          <a:prstGeom prst="roundRect">
            <a:avLst/>
          </a:prstGeom>
          <a:solidFill>
            <a:srgbClr val="F0F0F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58368" y="1389888"/>
            <a:ext cx="5074920" cy="365760"/>
          </a:xfrm>
          <a:prstGeom prst="rect">
            <a:avLst/>
          </a:prstGeom>
          <a:noFill/>
        </p:spPr>
        <p:txBody>
          <a:bodyPr wrap="square">
            <a:spAutoFit/>
          </a:bodyPr>
          <a:lstStyle/>
          <a:p>
            <a:pPr algn="l"/>
            <a:r>
              <a:rPr sz="1700" b="1">
                <a:solidFill>
                  <a:srgbClr val="000000"/>
                </a:solidFill>
                <a:latin typeface="Calibri"/>
              </a:rPr>
              <a:t>MINIMUM AVAILABILITY</a:t>
            </a:r>
          </a:p>
        </p:txBody>
      </p:sp>
      <p:sp>
        <p:nvSpPr>
          <p:cNvPr id="8" name="TextBox 7"/>
          <p:cNvSpPr txBox="1"/>
          <p:nvPr/>
        </p:nvSpPr>
        <p:spPr>
          <a:xfrm>
            <a:off x="658368" y="1810512"/>
            <a:ext cx="5074920" cy="868680"/>
          </a:xfrm>
          <a:prstGeom prst="rect">
            <a:avLst/>
          </a:prstGeom>
          <a:noFill/>
        </p:spPr>
        <p:txBody>
          <a:bodyPr wrap="square">
            <a:spAutoFit/>
          </a:bodyPr>
          <a:lstStyle/>
          <a:p>
            <a:pPr algn="l"/>
            <a:r>
              <a:rPr sz="3200" b="1">
                <a:solidFill>
                  <a:srgbClr val="000000"/>
                </a:solidFill>
                <a:latin typeface="Calibri"/>
              </a:rPr>
              <a:t>15 → 18 aircraft</a:t>
            </a:r>
          </a:p>
        </p:txBody>
      </p:sp>
      <p:sp>
        <p:nvSpPr>
          <p:cNvPr id="9" name="Rounded Rectangle 8"/>
          <p:cNvSpPr/>
          <p:nvPr/>
        </p:nvSpPr>
        <p:spPr>
          <a:xfrm>
            <a:off x="6172200" y="1188720"/>
            <a:ext cx="5440680" cy="1417320"/>
          </a:xfrm>
          <a:prstGeom prst="roundRect">
            <a:avLst/>
          </a:prstGeom>
          <a:solidFill>
            <a:srgbClr val="F0F0F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373368" y="1389888"/>
            <a:ext cx="5074920" cy="365760"/>
          </a:xfrm>
          <a:prstGeom prst="rect">
            <a:avLst/>
          </a:prstGeom>
          <a:noFill/>
        </p:spPr>
        <p:txBody>
          <a:bodyPr wrap="square">
            <a:spAutoFit/>
          </a:bodyPr>
          <a:lstStyle/>
          <a:p>
            <a:pPr algn="l"/>
            <a:r>
              <a:rPr sz="1700" b="1">
                <a:solidFill>
                  <a:srgbClr val="000000"/>
                </a:solidFill>
                <a:latin typeface="Calibri"/>
              </a:rPr>
              <a:t>RUNTIME</a:t>
            </a:r>
          </a:p>
        </p:txBody>
      </p:sp>
      <p:sp>
        <p:nvSpPr>
          <p:cNvPr id="11" name="TextBox 10"/>
          <p:cNvSpPr txBox="1"/>
          <p:nvPr/>
        </p:nvSpPr>
        <p:spPr>
          <a:xfrm>
            <a:off x="6373368" y="1810512"/>
            <a:ext cx="5074920" cy="868680"/>
          </a:xfrm>
          <a:prstGeom prst="rect">
            <a:avLst/>
          </a:prstGeom>
          <a:noFill/>
        </p:spPr>
        <p:txBody>
          <a:bodyPr wrap="square">
            <a:spAutoFit/>
          </a:bodyPr>
          <a:lstStyle/>
          <a:p>
            <a:pPr algn="l"/>
            <a:r>
              <a:rPr sz="3200" b="1">
                <a:solidFill>
                  <a:srgbClr val="000000"/>
                </a:solidFill>
                <a:latin typeface="Calibri"/>
              </a:rPr>
              <a:t>~15.4 seconds</a:t>
            </a:r>
          </a:p>
        </p:txBody>
      </p:sp>
      <p:sp>
        <p:nvSpPr>
          <p:cNvPr id="12" name="Rounded Rectangle 11"/>
          <p:cNvSpPr/>
          <p:nvPr/>
        </p:nvSpPr>
        <p:spPr>
          <a:xfrm>
            <a:off x="457200" y="2834640"/>
            <a:ext cx="11247120" cy="3520440"/>
          </a:xfrm>
          <a:prstGeom prst="roundRect">
            <a:avLst/>
          </a:prstGeom>
          <a:solidFill>
            <a:srgbClr val="FFFFFF"/>
          </a:solidFill>
          <a:ln w="12700">
            <a:solidFill>
              <a:srgbClr val="B0B0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31520" y="3063240"/>
            <a:ext cx="10698480" cy="430887"/>
          </a:xfrm>
          <a:prstGeom prst="rect">
            <a:avLst/>
          </a:prstGeom>
          <a:noFill/>
        </p:spPr>
        <p:txBody>
          <a:bodyPr wrap="square">
            <a:spAutoFit/>
          </a:bodyPr>
          <a:lstStyle/>
          <a:p>
            <a:pPr algn="l"/>
            <a:r>
              <a:rPr lang="en-US" sz="2200" b="1" dirty="0">
                <a:solidFill>
                  <a:srgbClr val="000000"/>
                </a:solidFill>
                <a:latin typeface="Calibri"/>
              </a:rPr>
              <a:t>What works well and what is still limited</a:t>
            </a:r>
            <a:endParaRPr sz="2200" b="1" dirty="0">
              <a:solidFill>
                <a:srgbClr val="000000"/>
              </a:solidFill>
              <a:latin typeface="Calibri"/>
            </a:endParaRPr>
          </a:p>
        </p:txBody>
      </p:sp>
      <p:sp>
        <p:nvSpPr>
          <p:cNvPr id="14" name="TextBox 13"/>
          <p:cNvSpPr txBox="1"/>
          <p:nvPr/>
        </p:nvSpPr>
        <p:spPr>
          <a:xfrm>
            <a:off x="731520" y="3657600"/>
            <a:ext cx="10698480" cy="1938992"/>
          </a:xfrm>
          <a:prstGeom prst="rect">
            <a:avLst/>
          </a:prstGeom>
          <a:noFill/>
        </p:spPr>
        <p:txBody>
          <a:bodyPr wrap="square">
            <a:spAutoFit/>
          </a:bodyPr>
          <a:lstStyle/>
          <a:p>
            <a:pPr algn="l">
              <a:spcAft>
                <a:spcPts val="1600"/>
              </a:spcAft>
            </a:pPr>
            <a:r>
              <a:rPr lang="en-US" sz="2000" b="0" dirty="0">
                <a:solidFill>
                  <a:srgbClr val="1A1A1A"/>
                </a:solidFill>
                <a:latin typeface="Calibri"/>
              </a:rPr>
              <a:t>• We focus first on maintenance that hits the worst availability days.</a:t>
            </a:r>
          </a:p>
          <a:p>
            <a:pPr algn="l">
              <a:spcAft>
                <a:spcPts val="1600"/>
              </a:spcAft>
            </a:pPr>
            <a:r>
              <a:rPr lang="en-US" sz="2000" b="0" dirty="0">
                <a:solidFill>
                  <a:srgbClr val="1A1A1A"/>
                </a:solidFill>
                <a:latin typeface="Calibri"/>
              </a:rPr>
              <a:t>• When we move a check, we rebuild that aircraft’s later schedule so rules stay valid.</a:t>
            </a:r>
          </a:p>
          <a:p>
            <a:pPr algn="l">
              <a:spcAft>
                <a:spcPts val="1600"/>
              </a:spcAft>
            </a:pPr>
            <a:r>
              <a:rPr lang="en-US" sz="2000" b="0" dirty="0">
                <a:solidFill>
                  <a:srgbClr val="1A1A1A"/>
                </a:solidFill>
                <a:latin typeface="Calibri"/>
              </a:rPr>
              <a:t>• We update availability cheaply instead of recalculating from scratch.</a:t>
            </a:r>
          </a:p>
          <a:p>
            <a:pPr algn="l">
              <a:spcAft>
                <a:spcPts val="1600"/>
              </a:spcAft>
            </a:pPr>
            <a:r>
              <a:rPr lang="en-US" sz="2000" b="0" dirty="0">
                <a:solidFill>
                  <a:srgbClr val="1A1A1A"/>
                </a:solidFill>
                <a:latin typeface="Calibri"/>
              </a:rPr>
              <a:t>• Currently we only accept better moves and we stop when nothing improves.</a:t>
            </a:r>
            <a:endParaRPr sz="2000" b="0" dirty="0">
              <a:solidFill>
                <a:srgbClr val="1A1A1A"/>
              </a:solidFill>
              <a:latin typeface="Calibri"/>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64592"/>
            <a:ext cx="11155680" cy="353943"/>
          </a:xfrm>
          <a:prstGeom prst="rect">
            <a:avLst/>
          </a:prstGeom>
          <a:noFill/>
        </p:spPr>
        <p:txBody>
          <a:bodyPr wrap="square">
            <a:spAutoFit/>
          </a:bodyPr>
          <a:lstStyle/>
          <a:p>
            <a:pPr algn="l"/>
            <a:r>
              <a:rPr lang="en-AU" sz="1700" b="1" dirty="0">
                <a:solidFill>
                  <a:srgbClr val="000000"/>
                </a:solidFill>
                <a:latin typeface="Calibri"/>
              </a:rPr>
              <a:t>Overview</a:t>
            </a:r>
            <a:endParaRPr sz="1700" b="1" dirty="0">
              <a:solidFill>
                <a:srgbClr val="000000"/>
              </a:solidFill>
              <a:latin typeface="Calibri"/>
            </a:endParaRPr>
          </a:p>
        </p:txBody>
      </p:sp>
      <p:sp>
        <p:nvSpPr>
          <p:cNvPr id="5" name="TextBox 4"/>
          <p:cNvSpPr txBox="1"/>
          <p:nvPr/>
        </p:nvSpPr>
        <p:spPr>
          <a:xfrm>
            <a:off x="457200" y="411480"/>
            <a:ext cx="11247120" cy="640080"/>
          </a:xfrm>
          <a:prstGeom prst="rect">
            <a:avLst/>
          </a:prstGeom>
          <a:noFill/>
        </p:spPr>
        <p:txBody>
          <a:bodyPr wrap="square">
            <a:spAutoFit/>
          </a:bodyPr>
          <a:lstStyle/>
          <a:p>
            <a:pPr algn="l"/>
            <a:r>
              <a:rPr sz="4000" b="1">
                <a:solidFill>
                  <a:srgbClr val="000000"/>
                </a:solidFill>
                <a:latin typeface="Calibri"/>
              </a:rPr>
              <a:t>Four workstreams for Semester 2</a:t>
            </a:r>
          </a:p>
        </p:txBody>
      </p:sp>
      <p:sp>
        <p:nvSpPr>
          <p:cNvPr id="6" name="Rounded Rectangle 5"/>
          <p:cNvSpPr/>
          <p:nvPr/>
        </p:nvSpPr>
        <p:spPr>
          <a:xfrm>
            <a:off x="411480" y="1143000"/>
            <a:ext cx="5623560" cy="2423160"/>
          </a:xfrm>
          <a:prstGeom prst="roundRect">
            <a:avLst/>
          </a:prstGeom>
          <a:solidFill>
            <a:srgbClr val="FFFFFF"/>
          </a:solidFill>
          <a:ln w="12700">
            <a:solidFill>
              <a:srgbClr val="B0B0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Rectangle 6"/>
          <p:cNvSpPr/>
          <p:nvPr/>
        </p:nvSpPr>
        <p:spPr>
          <a:xfrm>
            <a:off x="411480" y="1143000"/>
            <a:ext cx="109728" cy="242316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77240" y="1554480"/>
            <a:ext cx="4983480" cy="594360"/>
          </a:xfrm>
          <a:prstGeom prst="rect">
            <a:avLst/>
          </a:prstGeom>
          <a:noFill/>
        </p:spPr>
        <p:txBody>
          <a:bodyPr wrap="square">
            <a:spAutoFit/>
          </a:bodyPr>
          <a:lstStyle/>
          <a:p>
            <a:pPr algn="l"/>
            <a:r>
              <a:rPr sz="2600" b="1">
                <a:solidFill>
                  <a:srgbClr val="000000"/>
                </a:solidFill>
                <a:latin typeface="Calibri"/>
              </a:rPr>
              <a:t>1. SA + VNS hybrid</a:t>
            </a:r>
          </a:p>
        </p:txBody>
      </p:sp>
      <p:sp>
        <p:nvSpPr>
          <p:cNvPr id="9" name="TextBox 8"/>
          <p:cNvSpPr txBox="1"/>
          <p:nvPr/>
        </p:nvSpPr>
        <p:spPr>
          <a:xfrm>
            <a:off x="777240" y="2286000"/>
            <a:ext cx="4983480" cy="677108"/>
          </a:xfrm>
          <a:prstGeom prst="rect">
            <a:avLst/>
          </a:prstGeom>
          <a:noFill/>
        </p:spPr>
        <p:txBody>
          <a:bodyPr wrap="square">
            <a:spAutoFit/>
          </a:bodyPr>
          <a:lstStyle/>
          <a:p>
            <a:pPr algn="l"/>
            <a:r>
              <a:rPr lang="en-US" sz="1900" b="0">
                <a:solidFill>
                  <a:srgbClr val="1A1A1A"/>
                </a:solidFill>
                <a:latin typeface="Calibri"/>
              </a:rPr>
              <a:t>Keep smart search ideas, but sometimes accept a temporary worse move.</a:t>
            </a:r>
            <a:endParaRPr sz="1900" b="0">
              <a:solidFill>
                <a:srgbClr val="1A1A1A"/>
              </a:solidFill>
              <a:latin typeface="Calibri"/>
            </a:endParaRPr>
          </a:p>
        </p:txBody>
      </p:sp>
      <p:sp>
        <p:nvSpPr>
          <p:cNvPr id="10" name="Rounded Rectangle 9"/>
          <p:cNvSpPr/>
          <p:nvPr/>
        </p:nvSpPr>
        <p:spPr>
          <a:xfrm>
            <a:off x="6263640" y="1143000"/>
            <a:ext cx="5623560" cy="2423160"/>
          </a:xfrm>
          <a:prstGeom prst="roundRect">
            <a:avLst/>
          </a:prstGeom>
          <a:solidFill>
            <a:srgbClr val="FFFFFF"/>
          </a:solidFill>
          <a:ln w="12700">
            <a:solidFill>
              <a:srgbClr val="B0B0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ectangle 10"/>
          <p:cNvSpPr/>
          <p:nvPr/>
        </p:nvSpPr>
        <p:spPr>
          <a:xfrm>
            <a:off x="6263640" y="1143000"/>
            <a:ext cx="109728" cy="242316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2" name="TextBox 11"/>
          <p:cNvSpPr txBox="1"/>
          <p:nvPr/>
        </p:nvSpPr>
        <p:spPr>
          <a:xfrm>
            <a:off x="6629400" y="1554480"/>
            <a:ext cx="4983480" cy="594360"/>
          </a:xfrm>
          <a:prstGeom prst="rect">
            <a:avLst/>
          </a:prstGeom>
          <a:noFill/>
        </p:spPr>
        <p:txBody>
          <a:bodyPr wrap="square">
            <a:spAutoFit/>
          </a:bodyPr>
          <a:lstStyle/>
          <a:p>
            <a:pPr algn="l"/>
            <a:r>
              <a:rPr sz="2600" b="1">
                <a:solidFill>
                  <a:srgbClr val="000000"/>
                </a:solidFill>
                <a:latin typeface="Calibri"/>
              </a:rPr>
              <a:t>2. Operational constraints</a:t>
            </a:r>
          </a:p>
        </p:txBody>
      </p:sp>
      <p:sp>
        <p:nvSpPr>
          <p:cNvPr id="13" name="TextBox 12"/>
          <p:cNvSpPr txBox="1"/>
          <p:nvPr/>
        </p:nvSpPr>
        <p:spPr>
          <a:xfrm>
            <a:off x="6629400" y="2286000"/>
            <a:ext cx="4983480" cy="677108"/>
          </a:xfrm>
          <a:prstGeom prst="rect">
            <a:avLst/>
          </a:prstGeom>
          <a:noFill/>
        </p:spPr>
        <p:txBody>
          <a:bodyPr wrap="square">
            <a:spAutoFit/>
          </a:bodyPr>
          <a:lstStyle/>
          <a:p>
            <a:r>
              <a:rPr lang="en-US" sz="1900">
                <a:solidFill>
                  <a:srgbClr val="1A1A1A"/>
                </a:solidFill>
                <a:latin typeface="Calibri" panose="020F0502020204030204" pitchFamily="34" charset="0"/>
              </a:rPr>
              <a:t>Busy-period windows, nearby moves, and aircraft dependencies.</a:t>
            </a:r>
            <a:endParaRPr sz="1900">
              <a:solidFill>
                <a:srgbClr val="1A1A1A"/>
              </a:solidFill>
              <a:latin typeface="Calibri" panose="020F0502020204030204" pitchFamily="34" charset="0"/>
            </a:endParaRPr>
          </a:p>
        </p:txBody>
      </p:sp>
      <p:sp>
        <p:nvSpPr>
          <p:cNvPr id="14" name="Rounded Rectangle 13"/>
          <p:cNvSpPr/>
          <p:nvPr/>
        </p:nvSpPr>
        <p:spPr>
          <a:xfrm>
            <a:off x="411480" y="3749039"/>
            <a:ext cx="5623560" cy="2423160"/>
          </a:xfrm>
          <a:prstGeom prst="roundRect">
            <a:avLst/>
          </a:prstGeom>
          <a:solidFill>
            <a:srgbClr val="FFFFFF"/>
          </a:solidFill>
          <a:ln w="12700">
            <a:solidFill>
              <a:srgbClr val="B0B0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5" name="Rectangle 14"/>
          <p:cNvSpPr/>
          <p:nvPr/>
        </p:nvSpPr>
        <p:spPr>
          <a:xfrm>
            <a:off x="411480" y="3749039"/>
            <a:ext cx="109728" cy="242316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6" name="TextBox 15"/>
          <p:cNvSpPr txBox="1"/>
          <p:nvPr/>
        </p:nvSpPr>
        <p:spPr>
          <a:xfrm>
            <a:off x="777240" y="4160519"/>
            <a:ext cx="4983480" cy="594360"/>
          </a:xfrm>
          <a:prstGeom prst="rect">
            <a:avLst/>
          </a:prstGeom>
          <a:noFill/>
        </p:spPr>
        <p:txBody>
          <a:bodyPr wrap="square">
            <a:spAutoFit/>
          </a:bodyPr>
          <a:lstStyle/>
          <a:p>
            <a:pPr algn="l"/>
            <a:r>
              <a:rPr sz="2600" b="1">
                <a:solidFill>
                  <a:srgbClr val="000000"/>
                </a:solidFill>
                <a:latin typeface="Calibri"/>
              </a:rPr>
              <a:t>3. Hyperparameters</a:t>
            </a:r>
          </a:p>
        </p:txBody>
      </p:sp>
      <p:sp>
        <p:nvSpPr>
          <p:cNvPr id="17" name="TextBox 16"/>
          <p:cNvSpPr txBox="1"/>
          <p:nvPr/>
        </p:nvSpPr>
        <p:spPr>
          <a:xfrm>
            <a:off x="777240" y="4892039"/>
            <a:ext cx="4983480" cy="969496"/>
          </a:xfrm>
          <a:prstGeom prst="rect">
            <a:avLst/>
          </a:prstGeom>
          <a:noFill/>
        </p:spPr>
        <p:txBody>
          <a:bodyPr wrap="square">
            <a:spAutoFit/>
          </a:bodyPr>
          <a:lstStyle/>
          <a:p>
            <a:pPr algn="l"/>
            <a:r>
              <a:rPr lang="en-US" sz="1900" b="0" dirty="0">
                <a:solidFill>
                  <a:srgbClr val="1A1A1A"/>
                </a:solidFill>
                <a:latin typeface="Calibri"/>
              </a:rPr>
              <a:t>Test which settings actually change the results, shift sizes, run length, and annealing settings if we add them.</a:t>
            </a:r>
            <a:endParaRPr sz="1900" b="0" dirty="0">
              <a:solidFill>
                <a:srgbClr val="1A1A1A"/>
              </a:solidFill>
              <a:latin typeface="Calibri"/>
            </a:endParaRPr>
          </a:p>
        </p:txBody>
      </p:sp>
      <p:sp>
        <p:nvSpPr>
          <p:cNvPr id="18" name="Rounded Rectangle 17"/>
          <p:cNvSpPr/>
          <p:nvPr/>
        </p:nvSpPr>
        <p:spPr>
          <a:xfrm>
            <a:off x="6263640" y="3749039"/>
            <a:ext cx="5623560" cy="2423160"/>
          </a:xfrm>
          <a:prstGeom prst="roundRect">
            <a:avLst/>
          </a:prstGeom>
          <a:solidFill>
            <a:srgbClr val="FFFFFF"/>
          </a:solidFill>
          <a:ln w="12700">
            <a:solidFill>
              <a:srgbClr val="B0B0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9" name="Rectangle 18"/>
          <p:cNvSpPr/>
          <p:nvPr/>
        </p:nvSpPr>
        <p:spPr>
          <a:xfrm>
            <a:off x="6263640" y="3749039"/>
            <a:ext cx="109728" cy="2423160"/>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0" name="TextBox 19"/>
          <p:cNvSpPr txBox="1"/>
          <p:nvPr/>
        </p:nvSpPr>
        <p:spPr>
          <a:xfrm>
            <a:off x="6629400" y="4160519"/>
            <a:ext cx="4983480" cy="594360"/>
          </a:xfrm>
          <a:prstGeom prst="rect">
            <a:avLst/>
          </a:prstGeom>
          <a:noFill/>
        </p:spPr>
        <p:txBody>
          <a:bodyPr wrap="square">
            <a:spAutoFit/>
          </a:bodyPr>
          <a:lstStyle/>
          <a:p>
            <a:pPr algn="l"/>
            <a:r>
              <a:rPr sz="2600" b="1">
                <a:solidFill>
                  <a:srgbClr val="000000"/>
                </a:solidFill>
                <a:latin typeface="Calibri"/>
              </a:rPr>
              <a:t>4. Initial stagger</a:t>
            </a:r>
          </a:p>
        </p:txBody>
      </p:sp>
      <p:sp>
        <p:nvSpPr>
          <p:cNvPr id="21" name="TextBox 20"/>
          <p:cNvSpPr txBox="1"/>
          <p:nvPr/>
        </p:nvSpPr>
        <p:spPr>
          <a:xfrm>
            <a:off x="6629400" y="4892039"/>
            <a:ext cx="4983480" cy="1051560"/>
          </a:xfrm>
          <a:prstGeom prst="rect">
            <a:avLst/>
          </a:prstGeom>
          <a:noFill/>
        </p:spPr>
        <p:txBody>
          <a:bodyPr wrap="square">
            <a:spAutoFit/>
          </a:bodyPr>
          <a:lstStyle/>
          <a:p>
            <a:pPr algn="l"/>
            <a:r>
              <a:rPr sz="1900" b="0">
                <a:solidFill>
                  <a:srgbClr val="1A1A1A"/>
                </a:solidFill>
                <a:latin typeface="Calibri"/>
              </a:rPr>
              <a:t>Controlled starts to separate start effect from algorithm gain.</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94DC6C8-EE33-72F7-95A1-953E9046C877}"/>
              </a:ext>
            </a:extLst>
          </p:cNvPr>
          <p:cNvSpPr/>
          <p:nvPr/>
        </p:nvSpPr>
        <p:spPr>
          <a:xfrm>
            <a:off x="0" y="0"/>
            <a:ext cx="12192000" cy="114300"/>
          </a:xfrm>
          <a:prstGeom prst="rect">
            <a:avLst/>
          </a:prstGeom>
          <a:solidFill>
            <a:srgbClr val="000000"/>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sp>
        <p:nvSpPr>
          <p:cNvPr id="2" name="Rectangle 1">
            <a:extLst>
              <a:ext uri="{FF2B5EF4-FFF2-40B4-BE49-F238E27FC236}">
                <a16:creationId xmlns:a16="http://schemas.microsoft.com/office/drawing/2014/main" id="{AAF7F6B7-D9AA-1A29-39E2-1D2D3447BDFB}"/>
              </a:ext>
            </a:extLst>
          </p:cNvPr>
          <p:cNvSpPr/>
          <p:nvPr/>
        </p:nvSpPr>
        <p:spPr>
          <a:xfrm>
            <a:off x="0" y="0"/>
            <a:ext cx="12192000" cy="6858000"/>
          </a:xfrm>
          <a:prstGeom prst="rect">
            <a:avLst/>
          </a:prstGeom>
          <a:solidFill>
            <a:srgbClr val="FFFFFF"/>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sp>
        <p:nvSpPr>
          <p:cNvPr id="4" name="TextBox 3">
            <a:extLst>
              <a:ext uri="{FF2B5EF4-FFF2-40B4-BE49-F238E27FC236}">
                <a16:creationId xmlns:a16="http://schemas.microsoft.com/office/drawing/2014/main" id="{F343D42E-5AB8-5080-D935-F249DC57DC05}"/>
              </a:ext>
            </a:extLst>
          </p:cNvPr>
          <p:cNvSpPr txBox="1"/>
          <p:nvPr/>
        </p:nvSpPr>
        <p:spPr>
          <a:xfrm>
            <a:off x="457200" y="165100"/>
            <a:ext cx="11176000" cy="353943"/>
          </a:xfrm>
          <a:prstGeom prst="rect">
            <a:avLst/>
          </a:prstGeom>
          <a:noFill/>
        </p:spPr>
        <p:txBody>
          <a:bodyPr vert="horz" rtlCol="0">
            <a:spAutoFit/>
          </a:bodyPr>
          <a:lstStyle/>
          <a:p>
            <a:r>
              <a:rPr lang="en-AU" sz="1700" b="1">
                <a:solidFill>
                  <a:srgbClr val="000000"/>
                </a:solidFill>
                <a:latin typeface="Calibri" panose="020F0502020204030204" pitchFamily="34" charset="0"/>
              </a:rPr>
              <a:t>SIMULATED ANNEALING</a:t>
            </a:r>
          </a:p>
        </p:txBody>
      </p:sp>
      <p:sp>
        <p:nvSpPr>
          <p:cNvPr id="5" name="TextBox 4">
            <a:extLst>
              <a:ext uri="{FF2B5EF4-FFF2-40B4-BE49-F238E27FC236}">
                <a16:creationId xmlns:a16="http://schemas.microsoft.com/office/drawing/2014/main" id="{0608A97F-A4AD-824E-1349-58727E4A223A}"/>
              </a:ext>
            </a:extLst>
          </p:cNvPr>
          <p:cNvSpPr txBox="1"/>
          <p:nvPr/>
        </p:nvSpPr>
        <p:spPr>
          <a:xfrm>
            <a:off x="457200" y="406400"/>
            <a:ext cx="11303000" cy="646331"/>
          </a:xfrm>
          <a:prstGeom prst="rect">
            <a:avLst/>
          </a:prstGeom>
          <a:noFill/>
        </p:spPr>
        <p:txBody>
          <a:bodyPr vert="horz" rtlCol="0">
            <a:spAutoFit/>
          </a:bodyPr>
          <a:lstStyle/>
          <a:p>
            <a:r>
              <a:rPr lang="en-US" sz="3600" b="1" dirty="0">
                <a:solidFill>
                  <a:srgbClr val="000000"/>
                </a:solidFill>
                <a:latin typeface="Calibri" panose="020F0502020204030204" pitchFamily="34" charset="0"/>
              </a:rPr>
              <a:t>What simulated annealing is </a:t>
            </a:r>
            <a:endParaRPr lang="en-AU" sz="3600" b="1" dirty="0">
              <a:solidFill>
                <a:srgbClr val="000000"/>
              </a:solidFill>
              <a:latin typeface="Calibri" panose="020F0502020204030204" pitchFamily="34" charset="0"/>
            </a:endParaRPr>
          </a:p>
        </p:txBody>
      </p:sp>
      <p:sp>
        <p:nvSpPr>
          <p:cNvPr id="6" name="Rectangle: Rounded Corners 5">
            <a:extLst>
              <a:ext uri="{FF2B5EF4-FFF2-40B4-BE49-F238E27FC236}">
                <a16:creationId xmlns:a16="http://schemas.microsoft.com/office/drawing/2014/main" id="{7C218566-5204-FD9B-68B7-82FF2C629F19}"/>
              </a:ext>
            </a:extLst>
          </p:cNvPr>
          <p:cNvSpPr/>
          <p:nvPr/>
        </p:nvSpPr>
        <p:spPr>
          <a:xfrm>
            <a:off x="457200" y="1206500"/>
            <a:ext cx="3619500" cy="1905000"/>
          </a:xfrm>
          <a:prstGeom prst="roundRect">
            <a:avLst/>
          </a:prstGeom>
          <a:solidFill>
            <a:srgbClr val="F0F0F0"/>
          </a:solidFill>
          <a:ln w="12700">
            <a:solidFill>
              <a:srgbClr val="B0B0B0"/>
            </a:solidFill>
          </a:ln>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AU"/>
          </a:p>
        </p:txBody>
      </p:sp>
      <p:sp>
        <p:nvSpPr>
          <p:cNvPr id="7" name="Rectangle: Rounded Corners 6">
            <a:extLst>
              <a:ext uri="{FF2B5EF4-FFF2-40B4-BE49-F238E27FC236}">
                <a16:creationId xmlns:a16="http://schemas.microsoft.com/office/drawing/2014/main" id="{5D730056-2EAC-D3A6-ADEB-76C560F98819}"/>
              </a:ext>
            </a:extLst>
          </p:cNvPr>
          <p:cNvSpPr/>
          <p:nvPr/>
        </p:nvSpPr>
        <p:spPr>
          <a:xfrm>
            <a:off x="4292600" y="1206500"/>
            <a:ext cx="3619500" cy="1905000"/>
          </a:xfrm>
          <a:prstGeom prst="roundRect">
            <a:avLst/>
          </a:prstGeom>
          <a:solidFill>
            <a:srgbClr val="F0F0F0"/>
          </a:solidFill>
          <a:ln w="12700">
            <a:solidFill>
              <a:srgbClr val="B0B0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sp>
        <p:nvSpPr>
          <p:cNvPr id="8" name="Rectangle: Rounded Corners 7">
            <a:extLst>
              <a:ext uri="{FF2B5EF4-FFF2-40B4-BE49-F238E27FC236}">
                <a16:creationId xmlns:a16="http://schemas.microsoft.com/office/drawing/2014/main" id="{7C77D632-801B-BCDB-30F2-DDC63601BFEB}"/>
              </a:ext>
            </a:extLst>
          </p:cNvPr>
          <p:cNvSpPr/>
          <p:nvPr/>
        </p:nvSpPr>
        <p:spPr>
          <a:xfrm>
            <a:off x="8128000" y="1206500"/>
            <a:ext cx="3619500" cy="1905000"/>
          </a:xfrm>
          <a:prstGeom prst="roundRect">
            <a:avLst/>
          </a:prstGeom>
          <a:solidFill>
            <a:srgbClr val="F0F0F0"/>
          </a:solidFill>
          <a:ln w="12700">
            <a:solidFill>
              <a:srgbClr val="B0B0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sp>
        <p:nvSpPr>
          <p:cNvPr id="9" name="TextBox 8">
            <a:extLst>
              <a:ext uri="{FF2B5EF4-FFF2-40B4-BE49-F238E27FC236}">
                <a16:creationId xmlns:a16="http://schemas.microsoft.com/office/drawing/2014/main" id="{6C3F0705-6F17-595E-C80C-D05976A44CE0}"/>
              </a:ext>
            </a:extLst>
          </p:cNvPr>
          <p:cNvSpPr txBox="1"/>
          <p:nvPr/>
        </p:nvSpPr>
        <p:spPr>
          <a:xfrm>
            <a:off x="660400" y="1397000"/>
            <a:ext cx="3238500" cy="400110"/>
          </a:xfrm>
          <a:prstGeom prst="rect">
            <a:avLst/>
          </a:prstGeom>
          <a:noFill/>
        </p:spPr>
        <p:txBody>
          <a:bodyPr vert="horz" rtlCol="0">
            <a:spAutoFit/>
          </a:bodyPr>
          <a:lstStyle/>
          <a:p>
            <a:r>
              <a:rPr lang="en-AU" sz="2000" b="1">
                <a:solidFill>
                  <a:srgbClr val="000000"/>
                </a:solidFill>
              </a:rPr>
              <a:t>1 · Search</a:t>
            </a:r>
          </a:p>
        </p:txBody>
      </p:sp>
      <p:sp>
        <p:nvSpPr>
          <p:cNvPr id="10" name="TextBox 9">
            <a:extLst>
              <a:ext uri="{FF2B5EF4-FFF2-40B4-BE49-F238E27FC236}">
                <a16:creationId xmlns:a16="http://schemas.microsoft.com/office/drawing/2014/main" id="{73CF10A2-CF9E-0A7C-E5FD-1F5527E2E124}"/>
              </a:ext>
            </a:extLst>
          </p:cNvPr>
          <p:cNvSpPr txBox="1"/>
          <p:nvPr/>
        </p:nvSpPr>
        <p:spPr>
          <a:xfrm>
            <a:off x="660400" y="1841500"/>
            <a:ext cx="3238500" cy="584775"/>
          </a:xfrm>
          <a:prstGeom prst="rect">
            <a:avLst/>
          </a:prstGeom>
          <a:noFill/>
        </p:spPr>
        <p:txBody>
          <a:bodyPr vert="horz" rtlCol="0">
            <a:spAutoFit/>
          </a:bodyPr>
          <a:lstStyle/>
          <a:p>
            <a:r>
              <a:rPr lang="en-US" sz="1600" dirty="0">
                <a:solidFill>
                  <a:srgbClr val="111111"/>
                </a:solidFill>
                <a:latin typeface="Calibri" panose="020F0502020204030204" pitchFamily="34" charset="0"/>
              </a:rPr>
              <a:t>Same priority-based selection </a:t>
            </a:r>
            <a:r>
              <a:rPr lang="en-US" sz="1600" dirty="0" err="1">
                <a:solidFill>
                  <a:srgbClr val="111111"/>
                </a:solidFill>
                <a:latin typeface="Calibri" panose="020F0502020204030204" pitchFamily="34" charset="0"/>
              </a:rPr>
              <a:t>neighbour</a:t>
            </a:r>
            <a:r>
              <a:rPr lang="en-US" sz="1600" dirty="0">
                <a:solidFill>
                  <a:srgbClr val="111111"/>
                </a:solidFill>
                <a:latin typeface="Calibri" panose="020F0502020204030204" pitchFamily="34" charset="0"/>
              </a:rPr>
              <a:t> search algorithm</a:t>
            </a:r>
            <a:endParaRPr lang="en-AU" sz="1600" dirty="0">
              <a:solidFill>
                <a:srgbClr val="111111"/>
              </a:solidFill>
              <a:latin typeface="Calibri" panose="020F0502020204030204" pitchFamily="34" charset="0"/>
            </a:endParaRPr>
          </a:p>
        </p:txBody>
      </p:sp>
      <p:sp>
        <p:nvSpPr>
          <p:cNvPr id="11" name="TextBox 10">
            <a:extLst>
              <a:ext uri="{FF2B5EF4-FFF2-40B4-BE49-F238E27FC236}">
                <a16:creationId xmlns:a16="http://schemas.microsoft.com/office/drawing/2014/main" id="{CEFAAB5C-4D53-FE1B-6D43-8EA22402B17E}"/>
              </a:ext>
            </a:extLst>
          </p:cNvPr>
          <p:cNvSpPr txBox="1"/>
          <p:nvPr/>
        </p:nvSpPr>
        <p:spPr>
          <a:xfrm>
            <a:off x="4495800" y="1397000"/>
            <a:ext cx="3238500" cy="400110"/>
          </a:xfrm>
          <a:prstGeom prst="rect">
            <a:avLst/>
          </a:prstGeom>
          <a:noFill/>
        </p:spPr>
        <p:txBody>
          <a:bodyPr vert="horz" rtlCol="0">
            <a:spAutoFit/>
          </a:bodyPr>
          <a:lstStyle/>
          <a:p>
            <a:r>
              <a:rPr lang="en-AU" sz="2000" b="1">
                <a:solidFill>
                  <a:srgbClr val="000000"/>
                </a:solidFill>
              </a:rPr>
              <a:t>2 · Accept</a:t>
            </a:r>
          </a:p>
        </p:txBody>
      </p:sp>
      <p:sp>
        <p:nvSpPr>
          <p:cNvPr id="12" name="TextBox 11">
            <a:extLst>
              <a:ext uri="{FF2B5EF4-FFF2-40B4-BE49-F238E27FC236}">
                <a16:creationId xmlns:a16="http://schemas.microsoft.com/office/drawing/2014/main" id="{3194C2E4-2FF9-3CAF-0AD9-C09BB003A385}"/>
              </a:ext>
            </a:extLst>
          </p:cNvPr>
          <p:cNvSpPr txBox="1"/>
          <p:nvPr/>
        </p:nvSpPr>
        <p:spPr>
          <a:xfrm>
            <a:off x="4495800" y="1841500"/>
            <a:ext cx="3238500" cy="830997"/>
          </a:xfrm>
          <a:prstGeom prst="rect">
            <a:avLst/>
          </a:prstGeom>
          <a:noFill/>
        </p:spPr>
        <p:txBody>
          <a:bodyPr vert="horz" rtlCol="0">
            <a:spAutoFit/>
          </a:bodyPr>
          <a:lstStyle/>
          <a:p>
            <a:r>
              <a:rPr lang="en-US" sz="1600">
                <a:solidFill>
                  <a:srgbClr val="1A1A1A"/>
                </a:solidFill>
              </a:rPr>
              <a:t>Better moves are always kept. Worse moves can still be kept early on, by chance.</a:t>
            </a:r>
            <a:endParaRPr lang="en-AU" sz="1600">
              <a:solidFill>
                <a:srgbClr val="1A1A1A"/>
              </a:solidFill>
            </a:endParaRPr>
          </a:p>
        </p:txBody>
      </p:sp>
      <p:sp>
        <p:nvSpPr>
          <p:cNvPr id="13" name="TextBox 12">
            <a:extLst>
              <a:ext uri="{FF2B5EF4-FFF2-40B4-BE49-F238E27FC236}">
                <a16:creationId xmlns:a16="http://schemas.microsoft.com/office/drawing/2014/main" id="{2C7F5FBD-3DB9-430C-0F4A-33620E8A1574}"/>
              </a:ext>
            </a:extLst>
          </p:cNvPr>
          <p:cNvSpPr txBox="1"/>
          <p:nvPr/>
        </p:nvSpPr>
        <p:spPr>
          <a:xfrm>
            <a:off x="8331200" y="1397000"/>
            <a:ext cx="3238500" cy="400110"/>
          </a:xfrm>
          <a:prstGeom prst="rect">
            <a:avLst/>
          </a:prstGeom>
          <a:noFill/>
        </p:spPr>
        <p:txBody>
          <a:bodyPr vert="horz" rtlCol="0">
            <a:spAutoFit/>
          </a:bodyPr>
          <a:lstStyle/>
          <a:p>
            <a:r>
              <a:rPr lang="en-AU" sz="2000" b="1">
                <a:solidFill>
                  <a:srgbClr val="000000"/>
                </a:solidFill>
              </a:rPr>
              <a:t>3 · Cool down</a:t>
            </a:r>
          </a:p>
        </p:txBody>
      </p:sp>
      <p:sp>
        <p:nvSpPr>
          <p:cNvPr id="14" name="TextBox 13">
            <a:extLst>
              <a:ext uri="{FF2B5EF4-FFF2-40B4-BE49-F238E27FC236}">
                <a16:creationId xmlns:a16="http://schemas.microsoft.com/office/drawing/2014/main" id="{90C7B489-F8AA-CCCA-B194-C2DE18317B9B}"/>
              </a:ext>
            </a:extLst>
          </p:cNvPr>
          <p:cNvSpPr txBox="1"/>
          <p:nvPr/>
        </p:nvSpPr>
        <p:spPr>
          <a:xfrm>
            <a:off x="8331200" y="1841500"/>
            <a:ext cx="3238500" cy="830997"/>
          </a:xfrm>
          <a:prstGeom prst="rect">
            <a:avLst/>
          </a:prstGeom>
          <a:noFill/>
        </p:spPr>
        <p:txBody>
          <a:bodyPr vert="horz" rtlCol="0">
            <a:spAutoFit/>
          </a:bodyPr>
          <a:lstStyle/>
          <a:p>
            <a:r>
              <a:rPr lang="en-US" sz="1600">
                <a:solidFill>
                  <a:srgbClr val="1A1A1A"/>
                </a:solidFill>
              </a:rPr>
              <a:t>Over time we accept fewer worse moves, so the search settles on a strong plan.</a:t>
            </a:r>
            <a:endParaRPr lang="en-AU" sz="1600">
              <a:solidFill>
                <a:srgbClr val="1A1A1A"/>
              </a:solidFill>
            </a:endParaRPr>
          </a:p>
        </p:txBody>
      </p:sp>
      <p:sp>
        <p:nvSpPr>
          <p:cNvPr id="15" name="Rectangle: Rounded Corners 14">
            <a:extLst>
              <a:ext uri="{FF2B5EF4-FFF2-40B4-BE49-F238E27FC236}">
                <a16:creationId xmlns:a16="http://schemas.microsoft.com/office/drawing/2014/main" id="{1399B483-487F-7054-3978-97E8125E47D5}"/>
              </a:ext>
            </a:extLst>
          </p:cNvPr>
          <p:cNvSpPr/>
          <p:nvPr/>
        </p:nvSpPr>
        <p:spPr>
          <a:xfrm>
            <a:off x="457200" y="3365500"/>
            <a:ext cx="11303000" cy="3048000"/>
          </a:xfrm>
          <a:prstGeom prst="roundRect">
            <a:avLst/>
          </a:prstGeom>
          <a:solidFill>
            <a:srgbClr val="FFFFFF"/>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sp>
        <p:nvSpPr>
          <p:cNvPr id="16" name="TextBox 15">
            <a:extLst>
              <a:ext uri="{FF2B5EF4-FFF2-40B4-BE49-F238E27FC236}">
                <a16:creationId xmlns:a16="http://schemas.microsoft.com/office/drawing/2014/main" id="{978452C5-DE8E-5059-B6B3-9200A878AE2C}"/>
              </a:ext>
            </a:extLst>
          </p:cNvPr>
          <p:cNvSpPr txBox="1"/>
          <p:nvPr/>
        </p:nvSpPr>
        <p:spPr>
          <a:xfrm>
            <a:off x="698500" y="3556000"/>
            <a:ext cx="10795000" cy="430887"/>
          </a:xfrm>
          <a:prstGeom prst="rect">
            <a:avLst/>
          </a:prstGeom>
          <a:noFill/>
        </p:spPr>
        <p:txBody>
          <a:bodyPr vert="horz" rtlCol="0">
            <a:spAutoFit/>
          </a:bodyPr>
          <a:lstStyle/>
          <a:p>
            <a:r>
              <a:rPr lang="en-AU" sz="2200" b="1">
                <a:solidFill>
                  <a:srgbClr val="000000"/>
                </a:solidFill>
              </a:rPr>
              <a:t>Why it helps</a:t>
            </a:r>
          </a:p>
        </p:txBody>
      </p:sp>
      <p:sp>
        <p:nvSpPr>
          <p:cNvPr id="17" name="TextBox 16">
            <a:extLst>
              <a:ext uri="{FF2B5EF4-FFF2-40B4-BE49-F238E27FC236}">
                <a16:creationId xmlns:a16="http://schemas.microsoft.com/office/drawing/2014/main" id="{1318B08F-FA4A-8008-3678-314F14A422BD}"/>
              </a:ext>
            </a:extLst>
          </p:cNvPr>
          <p:cNvSpPr txBox="1"/>
          <p:nvPr/>
        </p:nvSpPr>
        <p:spPr>
          <a:xfrm>
            <a:off x="698500" y="4064000"/>
            <a:ext cx="10795000" cy="1477328"/>
          </a:xfrm>
          <a:prstGeom prst="rect">
            <a:avLst/>
          </a:prstGeom>
          <a:noFill/>
        </p:spPr>
        <p:txBody>
          <a:bodyPr vert="horz" rtlCol="0">
            <a:spAutoFit/>
          </a:bodyPr>
          <a:lstStyle/>
          <a:p>
            <a:r>
              <a:rPr lang="en-US" dirty="0">
                <a:solidFill>
                  <a:srgbClr val="1A1A1A"/>
                </a:solidFill>
              </a:rPr>
              <a:t>Think of the search like walking over hills. Today’s method only walks uphill. That is fast and safe, but you can get stuck on a steep part of the hill when a better peak is nearby.</a:t>
            </a:r>
          </a:p>
          <a:p>
            <a:endParaRPr lang="en-US" dirty="0">
              <a:solidFill>
                <a:srgbClr val="1A1A1A"/>
              </a:solidFill>
            </a:endParaRPr>
          </a:p>
          <a:p>
            <a:r>
              <a:rPr lang="en-US" dirty="0">
                <a:solidFill>
                  <a:srgbClr val="1A1A1A"/>
                </a:solidFill>
              </a:rPr>
              <a:t>Simulated annealing sometimes takes a downhill step early, so you can leave a trap and reach a better overall schedule. As the search “cools,” those downhill steps become rare, and we settle on the best plan we found.</a:t>
            </a:r>
            <a:endParaRPr lang="en-AU" dirty="0">
              <a:solidFill>
                <a:srgbClr val="1A1A1A"/>
              </a:solidFill>
            </a:endParaRPr>
          </a:p>
        </p:txBody>
      </p:sp>
    </p:spTree>
    <p:extLst>
      <p:ext uri="{BB962C8B-B14F-4D97-AF65-F5344CB8AC3E}">
        <p14:creationId xmlns:p14="http://schemas.microsoft.com/office/powerpoint/2010/main" val="365850322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64592"/>
            <a:ext cx="11155680" cy="353943"/>
          </a:xfrm>
          <a:prstGeom prst="rect">
            <a:avLst/>
          </a:prstGeom>
          <a:noFill/>
        </p:spPr>
        <p:txBody>
          <a:bodyPr wrap="square">
            <a:spAutoFit/>
          </a:bodyPr>
          <a:lstStyle/>
          <a:p>
            <a:pPr algn="l"/>
            <a:r>
              <a:rPr lang="en-AU" sz="1700" b="1">
                <a:solidFill>
                  <a:srgbClr val="000000"/>
                </a:solidFill>
                <a:latin typeface="Calibri"/>
              </a:rPr>
              <a:t>HOW IT FITS</a:t>
            </a:r>
            <a:endParaRPr sz="1700" b="1">
              <a:solidFill>
                <a:srgbClr val="000000"/>
              </a:solidFill>
              <a:latin typeface="Calibri"/>
            </a:endParaRPr>
          </a:p>
        </p:txBody>
      </p:sp>
      <p:sp>
        <p:nvSpPr>
          <p:cNvPr id="5" name="TextBox 4"/>
          <p:cNvSpPr txBox="1"/>
          <p:nvPr/>
        </p:nvSpPr>
        <p:spPr>
          <a:xfrm>
            <a:off x="457200" y="411480"/>
            <a:ext cx="11247120" cy="646331"/>
          </a:xfrm>
          <a:prstGeom prst="rect">
            <a:avLst/>
          </a:prstGeom>
          <a:noFill/>
        </p:spPr>
        <p:txBody>
          <a:bodyPr wrap="square">
            <a:spAutoFit/>
          </a:bodyPr>
          <a:lstStyle/>
          <a:p>
            <a:pPr algn="l"/>
            <a:r>
              <a:rPr lang="en-US" sz="3600" b="1">
                <a:solidFill>
                  <a:srgbClr val="000000"/>
                </a:solidFill>
                <a:latin typeface="Calibri"/>
              </a:rPr>
              <a:t>How annealing fits into our design</a:t>
            </a:r>
            <a:endParaRPr sz="3600" b="1">
              <a:solidFill>
                <a:srgbClr val="000000"/>
              </a:solidFill>
              <a:latin typeface="Calibri"/>
            </a:endParaRPr>
          </a:p>
        </p:txBody>
      </p:sp>
      <p:sp>
        <p:nvSpPr>
          <p:cNvPr id="6" name="Rounded Rectangle 5"/>
          <p:cNvSpPr/>
          <p:nvPr/>
        </p:nvSpPr>
        <p:spPr>
          <a:xfrm>
            <a:off x="457200" y="1188720"/>
            <a:ext cx="5486400" cy="3794760"/>
          </a:xfrm>
          <a:prstGeom prst="roundRect">
            <a:avLst/>
          </a:prstGeom>
          <a:solidFill>
            <a:srgbClr val="F0F0F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685800" y="1371600"/>
            <a:ext cx="5029200" cy="369332"/>
          </a:xfrm>
          <a:prstGeom prst="rect">
            <a:avLst/>
          </a:prstGeom>
          <a:noFill/>
        </p:spPr>
        <p:txBody>
          <a:bodyPr wrap="square">
            <a:spAutoFit/>
          </a:bodyPr>
          <a:lstStyle/>
          <a:p>
            <a:pPr algn="l"/>
            <a:r>
              <a:rPr lang="en-US" sz="1800" b="1">
                <a:solidFill>
                  <a:srgbClr val="000000"/>
                </a:solidFill>
                <a:latin typeface="Calibri"/>
              </a:rPr>
              <a:t>KEEP · How we search today</a:t>
            </a:r>
            <a:endParaRPr sz="1800" b="1">
              <a:solidFill>
                <a:srgbClr val="000000"/>
              </a:solidFill>
              <a:latin typeface="Calibri"/>
            </a:endParaRPr>
          </a:p>
        </p:txBody>
      </p:sp>
      <p:sp>
        <p:nvSpPr>
          <p:cNvPr id="8" name="TextBox 7"/>
          <p:cNvSpPr txBox="1"/>
          <p:nvPr/>
        </p:nvSpPr>
        <p:spPr>
          <a:xfrm>
            <a:off x="685800" y="1920240"/>
            <a:ext cx="5029200" cy="1677382"/>
          </a:xfrm>
          <a:prstGeom prst="rect">
            <a:avLst/>
          </a:prstGeom>
          <a:noFill/>
        </p:spPr>
        <p:txBody>
          <a:bodyPr wrap="square">
            <a:spAutoFit/>
          </a:bodyPr>
          <a:lstStyle/>
          <a:p>
            <a:pPr>
              <a:spcAft>
                <a:spcPts val="1400"/>
              </a:spcAft>
            </a:pPr>
            <a:r>
              <a:rPr lang="en-US" sz="1700" b="0" dirty="0">
                <a:solidFill>
                  <a:srgbClr val="111111"/>
                </a:solidFill>
                <a:latin typeface="Calibri"/>
              </a:rPr>
              <a:t>• Focus on the worst availability days first</a:t>
            </a:r>
          </a:p>
          <a:p>
            <a:pPr indent="-285750">
              <a:spcAft>
                <a:spcPts val="1400"/>
              </a:spcAft>
              <a:buChar char="•"/>
            </a:pPr>
            <a:r>
              <a:rPr lang="en-US" sz="1700" b="0" dirty="0">
                <a:solidFill>
                  <a:srgbClr val="111111"/>
                </a:solidFill>
                <a:latin typeface="Calibri"/>
              </a:rPr>
              <a:t>Rebuild the aircraft schedule after each move</a:t>
            </a:r>
          </a:p>
          <a:p>
            <a:pPr indent="-285750">
              <a:spcAft>
                <a:spcPts val="1400"/>
              </a:spcAft>
              <a:buChar char="•"/>
            </a:pPr>
            <a:r>
              <a:rPr lang="en-US" sz="1700" b="0" dirty="0">
                <a:solidFill>
                  <a:srgbClr val="111111"/>
                </a:solidFill>
                <a:latin typeface="Calibri"/>
              </a:rPr>
              <a:t>Update availability without recalculating everything</a:t>
            </a:r>
          </a:p>
          <a:p>
            <a:pPr indent="-285750">
              <a:spcAft>
                <a:spcPts val="1400"/>
              </a:spcAft>
              <a:buChar char="•"/>
            </a:pPr>
            <a:r>
              <a:rPr lang="en-US" sz="1700" b="0" dirty="0">
                <a:solidFill>
                  <a:srgbClr val="111111"/>
                </a:solidFill>
                <a:latin typeface="Calibri"/>
              </a:rPr>
              <a:t>Try larger timing shifts, then smaller ones</a:t>
            </a:r>
          </a:p>
        </p:txBody>
      </p:sp>
      <p:sp>
        <p:nvSpPr>
          <p:cNvPr id="9" name="Rounded Rectangle 8"/>
          <p:cNvSpPr/>
          <p:nvPr/>
        </p:nvSpPr>
        <p:spPr>
          <a:xfrm>
            <a:off x="6172200" y="1188720"/>
            <a:ext cx="5486400" cy="3794760"/>
          </a:xfrm>
          <a:prstGeom prst="roundRect">
            <a:avLst/>
          </a:prstGeom>
          <a:solidFill>
            <a:srgbClr val="FFFFFF"/>
          </a:solidFill>
          <a:ln w="12700">
            <a:solidFill>
              <a:srgbClr val="B0B0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00800" y="1371600"/>
            <a:ext cx="5029200" cy="369332"/>
          </a:xfrm>
          <a:prstGeom prst="rect">
            <a:avLst/>
          </a:prstGeom>
          <a:noFill/>
        </p:spPr>
        <p:txBody>
          <a:bodyPr wrap="square">
            <a:spAutoFit/>
          </a:bodyPr>
          <a:lstStyle/>
          <a:p>
            <a:pPr algn="l"/>
            <a:r>
              <a:rPr lang="en-US" sz="1800" b="1">
                <a:solidFill>
                  <a:srgbClr val="000000"/>
                </a:solidFill>
                <a:latin typeface="Calibri"/>
              </a:rPr>
              <a:t>CHANGE · How we accept moves</a:t>
            </a:r>
            <a:endParaRPr sz="1800" b="1">
              <a:solidFill>
                <a:srgbClr val="000000"/>
              </a:solidFill>
              <a:latin typeface="Calibri"/>
            </a:endParaRPr>
          </a:p>
        </p:txBody>
      </p:sp>
      <p:sp>
        <p:nvSpPr>
          <p:cNvPr id="11" name="TextBox 10"/>
          <p:cNvSpPr txBox="1"/>
          <p:nvPr/>
        </p:nvSpPr>
        <p:spPr>
          <a:xfrm>
            <a:off x="6400800" y="1920240"/>
            <a:ext cx="5029200" cy="2072362"/>
          </a:xfrm>
          <a:prstGeom prst="rect">
            <a:avLst/>
          </a:prstGeom>
          <a:noFill/>
        </p:spPr>
        <p:txBody>
          <a:bodyPr wrap="square">
            <a:spAutoFit/>
          </a:bodyPr>
          <a:lstStyle/>
          <a:p>
            <a:pPr indent="-285750">
              <a:spcAft>
                <a:spcPts val="1600"/>
              </a:spcAft>
              <a:buChar char="•"/>
            </a:pPr>
            <a:r>
              <a:rPr lang="en-US" sz="1700" dirty="0">
                <a:solidFill>
                  <a:srgbClr val="111111"/>
                </a:solidFill>
                <a:latin typeface="Calibri" panose="020F0502020204030204" pitchFamily="34" charset="0"/>
              </a:rPr>
              <a:t>Currently: only keep the improving moves</a:t>
            </a:r>
          </a:p>
          <a:p>
            <a:pPr indent="-285750">
              <a:spcAft>
                <a:spcPts val="1600"/>
              </a:spcAft>
              <a:buChar char="•"/>
            </a:pPr>
            <a:r>
              <a:rPr lang="en-US" sz="1700" dirty="0">
                <a:solidFill>
                  <a:srgbClr val="111111"/>
                </a:solidFill>
                <a:latin typeface="Calibri" panose="020F0502020204030204" pitchFamily="34" charset="0"/>
              </a:rPr>
              <a:t>New method: annealing accept better moves always, worse moves sometimes, depending how early and late</a:t>
            </a:r>
          </a:p>
          <a:p>
            <a:pPr indent="-285750">
              <a:spcAft>
                <a:spcPts val="1600"/>
              </a:spcAft>
              <a:buChar char="•"/>
            </a:pPr>
            <a:r>
              <a:rPr lang="en-US" sz="1700" dirty="0">
                <a:solidFill>
                  <a:srgbClr val="111111"/>
                </a:solidFill>
                <a:latin typeface="Calibri" panose="020F0502020204030204" pitchFamily="34" charset="0"/>
              </a:rPr>
              <a:t>Drop best improvement strategy so worse candidates can be tried</a:t>
            </a:r>
            <a:endParaRPr sz="1700" dirty="0">
              <a:solidFill>
                <a:srgbClr val="111111"/>
              </a:solidFill>
              <a:latin typeface="Calibri" panose="020F0502020204030204" pitchFamily="34" charset="0"/>
            </a:endParaRPr>
          </a:p>
        </p:txBody>
      </p:sp>
      <p:sp>
        <p:nvSpPr>
          <p:cNvPr id="12" name="Rounded Rectangle 11"/>
          <p:cNvSpPr/>
          <p:nvPr/>
        </p:nvSpPr>
        <p:spPr>
          <a:xfrm>
            <a:off x="457200" y="5166360"/>
            <a:ext cx="11247120" cy="1188720"/>
          </a:xfrm>
          <a:prstGeom prst="roundRect">
            <a:avLst/>
          </a:prstGeom>
          <a:solidFill>
            <a:srgbClr val="F5F5F5"/>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731520" y="5440680"/>
            <a:ext cx="10698480" cy="384721"/>
          </a:xfrm>
          <a:prstGeom prst="rect">
            <a:avLst/>
          </a:prstGeom>
          <a:noFill/>
        </p:spPr>
        <p:txBody>
          <a:bodyPr wrap="square">
            <a:spAutoFit/>
          </a:bodyPr>
          <a:lstStyle/>
          <a:p>
            <a:pPr algn="l"/>
            <a:r>
              <a:rPr lang="en-US" sz="1900" b="1">
                <a:solidFill>
                  <a:srgbClr val="000000"/>
                </a:solidFill>
                <a:latin typeface="Calibri"/>
              </a:rPr>
              <a:t>Verdict: Keep how we find candidate moves. Change how we decide which moves to accept.</a:t>
            </a:r>
            <a:endParaRPr sz="1900" b="1">
              <a:solidFill>
                <a:srgbClr val="000000"/>
              </a:solidFill>
              <a:latin typeface="Calibri"/>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64592"/>
            <a:ext cx="11155680" cy="307777"/>
          </a:xfrm>
          <a:prstGeom prst="rect">
            <a:avLst/>
          </a:prstGeom>
          <a:noFill/>
        </p:spPr>
        <p:txBody>
          <a:bodyPr wrap="square">
            <a:spAutoFit/>
          </a:bodyPr>
          <a:lstStyle/>
          <a:p>
            <a:pPr algn="l"/>
            <a:r>
              <a:rPr lang="en-AU" sz="1400" b="1">
                <a:solidFill>
                  <a:srgbClr val="000000"/>
                </a:solidFill>
                <a:latin typeface="Calibri" panose="020F0502020204030204" pitchFamily="34" charset="0"/>
              </a:rPr>
              <a:t>FAIR ACCEPTANCE</a:t>
            </a:r>
            <a:endParaRPr sz="1400" b="1">
              <a:solidFill>
                <a:srgbClr val="000000"/>
              </a:solidFill>
              <a:latin typeface="Calibri" panose="020F0502020204030204" pitchFamily="34" charset="0"/>
            </a:endParaRPr>
          </a:p>
        </p:txBody>
      </p:sp>
      <p:sp>
        <p:nvSpPr>
          <p:cNvPr id="5" name="TextBox 4"/>
          <p:cNvSpPr txBox="1"/>
          <p:nvPr/>
        </p:nvSpPr>
        <p:spPr>
          <a:xfrm>
            <a:off x="457200" y="411480"/>
            <a:ext cx="11247120" cy="492443"/>
          </a:xfrm>
          <a:prstGeom prst="rect">
            <a:avLst/>
          </a:prstGeom>
          <a:noFill/>
        </p:spPr>
        <p:txBody>
          <a:bodyPr wrap="square">
            <a:spAutoFit/>
          </a:bodyPr>
          <a:lstStyle/>
          <a:p>
            <a:pPr algn="l"/>
            <a:r>
              <a:rPr lang="en-US" sz="2600" b="1" dirty="0">
                <a:solidFill>
                  <a:srgbClr val="000000"/>
                </a:solidFill>
                <a:latin typeface="Calibri" panose="020F0502020204030204" pitchFamily="34" charset="0"/>
              </a:rPr>
              <a:t>Fair testing</a:t>
            </a:r>
            <a:endParaRPr sz="2600" b="1" dirty="0">
              <a:solidFill>
                <a:srgbClr val="000000"/>
              </a:solidFill>
              <a:latin typeface="Calibri" panose="020F0502020204030204" pitchFamily="34" charset="0"/>
            </a:endParaRPr>
          </a:p>
        </p:txBody>
      </p:sp>
      <p:sp>
        <p:nvSpPr>
          <p:cNvPr id="24" name="Rectangle: Rounded Corners 23">
            <a:extLst>
              <a:ext uri="{FF2B5EF4-FFF2-40B4-BE49-F238E27FC236}">
                <a16:creationId xmlns:a16="http://schemas.microsoft.com/office/drawing/2014/main" id="{BF15418F-2D42-2747-DE78-55CDE53325C2}"/>
              </a:ext>
            </a:extLst>
          </p:cNvPr>
          <p:cNvSpPr/>
          <p:nvPr/>
        </p:nvSpPr>
        <p:spPr>
          <a:xfrm>
            <a:off x="457200" y="1143000"/>
            <a:ext cx="3619500" cy="2730500"/>
          </a:xfrm>
          <a:prstGeom prst="roundRect">
            <a:avLst/>
          </a:prstGeom>
          <a:solidFill>
            <a:srgbClr val="F0F0F0"/>
          </a:solidFill>
          <a:ln w="12700">
            <a:solidFill>
              <a:srgbClr val="B0B0B0"/>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AU"/>
          </a:p>
        </p:txBody>
      </p:sp>
      <p:sp>
        <p:nvSpPr>
          <p:cNvPr id="25" name="Rectangle: Rounded Corners 24">
            <a:extLst>
              <a:ext uri="{FF2B5EF4-FFF2-40B4-BE49-F238E27FC236}">
                <a16:creationId xmlns:a16="http://schemas.microsoft.com/office/drawing/2014/main" id="{4EC31053-EEC7-68A6-5E82-6989DEF74D08}"/>
              </a:ext>
            </a:extLst>
          </p:cNvPr>
          <p:cNvSpPr/>
          <p:nvPr/>
        </p:nvSpPr>
        <p:spPr>
          <a:xfrm>
            <a:off x="4292600" y="1143000"/>
            <a:ext cx="3619500" cy="2730500"/>
          </a:xfrm>
          <a:prstGeom prst="roundRect">
            <a:avLst/>
          </a:prstGeom>
          <a:solidFill>
            <a:srgbClr val="F0F0F0"/>
          </a:solidFill>
          <a:ln w="12700">
            <a:solidFill>
              <a:srgbClr val="B0B0B0"/>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AU"/>
          </a:p>
        </p:txBody>
      </p:sp>
      <p:sp>
        <p:nvSpPr>
          <p:cNvPr id="26" name="Rectangle: Rounded Corners 25">
            <a:extLst>
              <a:ext uri="{FF2B5EF4-FFF2-40B4-BE49-F238E27FC236}">
                <a16:creationId xmlns:a16="http://schemas.microsoft.com/office/drawing/2014/main" id="{165BF4D5-F018-F1F2-FED1-776688D106F4}"/>
              </a:ext>
            </a:extLst>
          </p:cNvPr>
          <p:cNvSpPr/>
          <p:nvPr/>
        </p:nvSpPr>
        <p:spPr>
          <a:xfrm>
            <a:off x="8128000" y="1143000"/>
            <a:ext cx="3619500" cy="2730500"/>
          </a:xfrm>
          <a:prstGeom prst="roundRect">
            <a:avLst/>
          </a:prstGeom>
          <a:solidFill>
            <a:srgbClr val="F0F0F0"/>
          </a:solidFill>
          <a:ln w="12700">
            <a:solidFill>
              <a:srgbClr val="B0B0B0"/>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AU"/>
          </a:p>
        </p:txBody>
      </p:sp>
      <p:sp>
        <p:nvSpPr>
          <p:cNvPr id="27" name="Rectangle: Rounded Corners 26">
            <a:extLst>
              <a:ext uri="{FF2B5EF4-FFF2-40B4-BE49-F238E27FC236}">
                <a16:creationId xmlns:a16="http://schemas.microsoft.com/office/drawing/2014/main" id="{87B15491-75D8-05EF-CF63-0A9C894FF1BC}"/>
              </a:ext>
            </a:extLst>
          </p:cNvPr>
          <p:cNvSpPr/>
          <p:nvPr/>
        </p:nvSpPr>
        <p:spPr>
          <a:xfrm>
            <a:off x="457200" y="4127500"/>
            <a:ext cx="11303000" cy="2222500"/>
          </a:xfrm>
          <a:prstGeom prst="roundRect">
            <a:avLst/>
          </a:prstGeom>
          <a:solidFill>
            <a:srgbClr val="FFFFFF"/>
          </a:solidFill>
          <a:ln w="12700">
            <a:solidFill>
              <a:srgbClr val="000000"/>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en-AU"/>
          </a:p>
        </p:txBody>
      </p:sp>
      <p:sp>
        <p:nvSpPr>
          <p:cNvPr id="28" name="TextBox 27">
            <a:extLst>
              <a:ext uri="{FF2B5EF4-FFF2-40B4-BE49-F238E27FC236}">
                <a16:creationId xmlns:a16="http://schemas.microsoft.com/office/drawing/2014/main" id="{0DC6CFA9-0344-FB40-2334-7CF54CCFE2A2}"/>
              </a:ext>
            </a:extLst>
          </p:cNvPr>
          <p:cNvSpPr txBox="1"/>
          <p:nvPr/>
        </p:nvSpPr>
        <p:spPr>
          <a:xfrm>
            <a:off x="660400" y="1295400"/>
            <a:ext cx="3238500" cy="369332"/>
          </a:xfrm>
          <a:prstGeom prst="rect">
            <a:avLst/>
          </a:prstGeom>
          <a:noFill/>
        </p:spPr>
        <p:txBody>
          <a:bodyPr vert="horz" rtlCol="0">
            <a:spAutoFit/>
          </a:bodyPr>
          <a:lstStyle/>
          <a:p>
            <a:r>
              <a:rPr lang="en-AU" b="1">
                <a:solidFill>
                  <a:srgbClr val="000000"/>
                </a:solidFill>
                <a:latin typeface="Calibri" panose="020F0502020204030204" pitchFamily="34" charset="0"/>
              </a:rPr>
              <a:t>1 · Better plan?</a:t>
            </a:r>
          </a:p>
        </p:txBody>
      </p:sp>
      <p:sp>
        <p:nvSpPr>
          <p:cNvPr id="29" name="TextBox 28">
            <a:extLst>
              <a:ext uri="{FF2B5EF4-FFF2-40B4-BE49-F238E27FC236}">
                <a16:creationId xmlns:a16="http://schemas.microsoft.com/office/drawing/2014/main" id="{72713E3B-DE73-3B19-9B0C-92EAF6752314}"/>
              </a:ext>
            </a:extLst>
          </p:cNvPr>
          <p:cNvSpPr txBox="1"/>
          <p:nvPr/>
        </p:nvSpPr>
        <p:spPr>
          <a:xfrm>
            <a:off x="660400" y="1752599"/>
            <a:ext cx="3238500" cy="784830"/>
          </a:xfrm>
          <a:prstGeom prst="rect">
            <a:avLst/>
          </a:prstGeom>
          <a:noFill/>
        </p:spPr>
        <p:txBody>
          <a:bodyPr vert="horz" rtlCol="0">
            <a:spAutoFit/>
          </a:bodyPr>
          <a:lstStyle/>
          <a:p>
            <a:r>
              <a:rPr lang="en-US" sz="1500">
                <a:solidFill>
                  <a:srgbClr val="1A1A1A"/>
                </a:solidFill>
                <a:latin typeface="Calibri" panose="020F0502020204030204" pitchFamily="34" charset="0"/>
              </a:rPr>
              <a:t>If the new schedule improves worst-day availability, keep it. That always comes first.</a:t>
            </a:r>
            <a:endParaRPr lang="en-AU" sz="1500">
              <a:solidFill>
                <a:srgbClr val="1A1A1A"/>
              </a:solidFill>
              <a:latin typeface="Calibri" panose="020F0502020204030204" pitchFamily="34" charset="0"/>
            </a:endParaRPr>
          </a:p>
        </p:txBody>
      </p:sp>
      <p:sp>
        <p:nvSpPr>
          <p:cNvPr id="30" name="TextBox 29">
            <a:extLst>
              <a:ext uri="{FF2B5EF4-FFF2-40B4-BE49-F238E27FC236}">
                <a16:creationId xmlns:a16="http://schemas.microsoft.com/office/drawing/2014/main" id="{A8447509-304A-2E89-073C-5DF9C6190F67}"/>
              </a:ext>
            </a:extLst>
          </p:cNvPr>
          <p:cNvSpPr txBox="1"/>
          <p:nvPr/>
        </p:nvSpPr>
        <p:spPr>
          <a:xfrm>
            <a:off x="4495800" y="1295400"/>
            <a:ext cx="3238500" cy="369332"/>
          </a:xfrm>
          <a:prstGeom prst="rect">
            <a:avLst/>
          </a:prstGeom>
          <a:noFill/>
        </p:spPr>
        <p:txBody>
          <a:bodyPr vert="horz" rtlCol="0">
            <a:spAutoFit/>
          </a:bodyPr>
          <a:lstStyle/>
          <a:p>
            <a:r>
              <a:rPr lang="en-AU" b="1">
                <a:solidFill>
                  <a:srgbClr val="000000"/>
                </a:solidFill>
                <a:latin typeface="Calibri" panose="020F0502020204030204" pitchFamily="34" charset="0"/>
              </a:rPr>
              <a:t>2 · Worse worst-day?</a:t>
            </a:r>
          </a:p>
        </p:txBody>
      </p:sp>
      <p:sp>
        <p:nvSpPr>
          <p:cNvPr id="31" name="TextBox 30">
            <a:extLst>
              <a:ext uri="{FF2B5EF4-FFF2-40B4-BE49-F238E27FC236}">
                <a16:creationId xmlns:a16="http://schemas.microsoft.com/office/drawing/2014/main" id="{63502A3C-4E28-97BB-30C1-1BE281D678A4}"/>
              </a:ext>
            </a:extLst>
          </p:cNvPr>
          <p:cNvSpPr txBox="1"/>
          <p:nvPr/>
        </p:nvSpPr>
        <p:spPr>
          <a:xfrm>
            <a:off x="4495800" y="1752599"/>
            <a:ext cx="3238500" cy="784830"/>
          </a:xfrm>
          <a:prstGeom prst="rect">
            <a:avLst/>
          </a:prstGeom>
          <a:noFill/>
        </p:spPr>
        <p:txBody>
          <a:bodyPr vert="horz" rtlCol="0">
            <a:spAutoFit/>
          </a:bodyPr>
          <a:lstStyle/>
          <a:p>
            <a:r>
              <a:rPr lang="en-US" sz="1500" dirty="0">
                <a:solidFill>
                  <a:srgbClr val="1A1A1A"/>
                </a:solidFill>
                <a:latin typeface="Calibri" panose="020F0502020204030204" pitchFamily="34" charset="0"/>
              </a:rPr>
              <a:t>If it lowers the minimum availability, reject it. Do not accept a “smoother” plan that makes the busiest day worse.</a:t>
            </a:r>
            <a:endParaRPr lang="en-AU" sz="1500" dirty="0">
              <a:solidFill>
                <a:srgbClr val="1A1A1A"/>
              </a:solidFill>
              <a:latin typeface="Calibri" panose="020F0502020204030204" pitchFamily="34" charset="0"/>
            </a:endParaRPr>
          </a:p>
        </p:txBody>
      </p:sp>
      <p:sp>
        <p:nvSpPr>
          <p:cNvPr id="32" name="TextBox 31">
            <a:extLst>
              <a:ext uri="{FF2B5EF4-FFF2-40B4-BE49-F238E27FC236}">
                <a16:creationId xmlns:a16="http://schemas.microsoft.com/office/drawing/2014/main" id="{D0FA4110-8A91-FE3B-1AC9-B9F49D2EC052}"/>
              </a:ext>
            </a:extLst>
          </p:cNvPr>
          <p:cNvSpPr txBox="1"/>
          <p:nvPr/>
        </p:nvSpPr>
        <p:spPr>
          <a:xfrm>
            <a:off x="8331200" y="1295400"/>
            <a:ext cx="3238500" cy="369332"/>
          </a:xfrm>
          <a:prstGeom prst="rect">
            <a:avLst/>
          </a:prstGeom>
          <a:noFill/>
        </p:spPr>
        <p:txBody>
          <a:bodyPr vert="horz" rtlCol="0">
            <a:spAutoFit/>
          </a:bodyPr>
          <a:lstStyle/>
          <a:p>
            <a:r>
              <a:rPr lang="en-AU" b="1" dirty="0">
                <a:solidFill>
                  <a:srgbClr val="000000"/>
                </a:solidFill>
                <a:latin typeface="Calibri" panose="020F0502020204030204" pitchFamily="34" charset="0"/>
              </a:rPr>
              <a:t>3 · Same floor?</a:t>
            </a:r>
          </a:p>
        </p:txBody>
      </p:sp>
      <p:sp>
        <p:nvSpPr>
          <p:cNvPr id="33" name="TextBox 32">
            <a:extLst>
              <a:ext uri="{FF2B5EF4-FFF2-40B4-BE49-F238E27FC236}">
                <a16:creationId xmlns:a16="http://schemas.microsoft.com/office/drawing/2014/main" id="{4DE97C71-71AF-5B1C-3687-833E5F5AACDD}"/>
              </a:ext>
            </a:extLst>
          </p:cNvPr>
          <p:cNvSpPr txBox="1"/>
          <p:nvPr/>
        </p:nvSpPr>
        <p:spPr>
          <a:xfrm>
            <a:off x="8331200" y="1752600"/>
            <a:ext cx="3238500" cy="1015663"/>
          </a:xfrm>
          <a:prstGeom prst="rect">
            <a:avLst/>
          </a:prstGeom>
          <a:noFill/>
        </p:spPr>
        <p:txBody>
          <a:bodyPr vert="horz" rtlCol="0">
            <a:spAutoFit/>
          </a:bodyPr>
          <a:lstStyle/>
          <a:p>
            <a:r>
              <a:rPr lang="en-US" sz="1500" dirty="0">
                <a:solidFill>
                  <a:srgbClr val="1A1A1A"/>
                </a:solidFill>
                <a:latin typeface="Calibri" panose="020F0502020204030204" pitchFamily="34" charset="0"/>
              </a:rPr>
              <a:t>If the worst day is unchanged, but the plan is bumpier or lower on average, allow it sometimes early, less often as the search cools.</a:t>
            </a:r>
            <a:endParaRPr lang="en-AU" sz="1500" dirty="0">
              <a:solidFill>
                <a:srgbClr val="1A1A1A"/>
              </a:solidFill>
              <a:latin typeface="Calibri" panose="020F0502020204030204" pitchFamily="34" charset="0"/>
            </a:endParaRPr>
          </a:p>
        </p:txBody>
      </p:sp>
      <p:sp>
        <p:nvSpPr>
          <p:cNvPr id="34" name="TextBox 33">
            <a:extLst>
              <a:ext uri="{FF2B5EF4-FFF2-40B4-BE49-F238E27FC236}">
                <a16:creationId xmlns:a16="http://schemas.microsoft.com/office/drawing/2014/main" id="{F0CD6319-A1F3-3BBF-0E99-55774EAFF1EC}"/>
              </a:ext>
            </a:extLst>
          </p:cNvPr>
          <p:cNvSpPr txBox="1"/>
          <p:nvPr/>
        </p:nvSpPr>
        <p:spPr>
          <a:xfrm>
            <a:off x="698500" y="4292600"/>
            <a:ext cx="10795000" cy="369332"/>
          </a:xfrm>
          <a:prstGeom prst="rect">
            <a:avLst/>
          </a:prstGeom>
          <a:noFill/>
        </p:spPr>
        <p:txBody>
          <a:bodyPr vert="horz" rtlCol="0">
            <a:spAutoFit/>
          </a:bodyPr>
          <a:lstStyle/>
          <a:p>
            <a:r>
              <a:rPr lang="en-US" b="1">
                <a:solidFill>
                  <a:srgbClr val="000000"/>
                </a:solidFill>
                <a:latin typeface="Calibri" panose="020F0502020204030204" pitchFamily="34" charset="0"/>
              </a:rPr>
              <a:t>What we report, and how we test</a:t>
            </a:r>
            <a:endParaRPr lang="en-AU" b="1">
              <a:solidFill>
                <a:srgbClr val="000000"/>
              </a:solidFill>
              <a:latin typeface="Calibri" panose="020F0502020204030204" pitchFamily="34" charset="0"/>
            </a:endParaRPr>
          </a:p>
        </p:txBody>
      </p:sp>
      <p:sp>
        <p:nvSpPr>
          <p:cNvPr id="35" name="TextBox 34">
            <a:extLst>
              <a:ext uri="{FF2B5EF4-FFF2-40B4-BE49-F238E27FC236}">
                <a16:creationId xmlns:a16="http://schemas.microsoft.com/office/drawing/2014/main" id="{AFFC559B-5CFD-2504-02D3-C586E044DEB6}"/>
              </a:ext>
            </a:extLst>
          </p:cNvPr>
          <p:cNvSpPr txBox="1"/>
          <p:nvPr/>
        </p:nvSpPr>
        <p:spPr>
          <a:xfrm>
            <a:off x="698500" y="4724399"/>
            <a:ext cx="10795000" cy="584775"/>
          </a:xfrm>
          <a:prstGeom prst="rect">
            <a:avLst/>
          </a:prstGeom>
          <a:noFill/>
        </p:spPr>
        <p:txBody>
          <a:bodyPr vert="horz" rtlCol="0">
            <a:spAutoFit/>
          </a:bodyPr>
          <a:lstStyle/>
          <a:p>
            <a:r>
              <a:rPr lang="en-US" sz="1600" dirty="0">
                <a:solidFill>
                  <a:srgbClr val="1A1A1A"/>
                </a:solidFill>
                <a:latin typeface="Calibri" panose="020F0502020204030204" pitchFamily="34" charset="0"/>
              </a:rPr>
              <a:t>Because annealing is random, run the full search 3 times and report the typical result. Current priority selection NS method needs one run, do not compare the best of three with one baseline run.</a:t>
            </a:r>
            <a:endParaRPr lang="en-AU" sz="1600" dirty="0">
              <a:solidFill>
                <a:srgbClr val="1A1A1A"/>
              </a:solidFill>
              <a:latin typeface="Calibri" panose="020F050202020403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64592"/>
            <a:ext cx="11155680" cy="320040"/>
          </a:xfrm>
          <a:prstGeom prst="rect">
            <a:avLst/>
          </a:prstGeom>
          <a:noFill/>
        </p:spPr>
        <p:txBody>
          <a:bodyPr wrap="square">
            <a:spAutoFit/>
          </a:bodyPr>
          <a:lstStyle/>
          <a:p>
            <a:pPr algn="l"/>
            <a:r>
              <a:rPr sz="1700" b="1">
                <a:solidFill>
                  <a:srgbClr val="000000"/>
                </a:solidFill>
                <a:latin typeface="Calibri"/>
              </a:rPr>
              <a:t>CONSTRAINTS</a:t>
            </a:r>
          </a:p>
        </p:txBody>
      </p:sp>
      <p:sp>
        <p:nvSpPr>
          <p:cNvPr id="5" name="TextBox 4"/>
          <p:cNvSpPr txBox="1"/>
          <p:nvPr/>
        </p:nvSpPr>
        <p:spPr>
          <a:xfrm>
            <a:off x="457200" y="411480"/>
            <a:ext cx="11247120" cy="707886"/>
          </a:xfrm>
          <a:prstGeom prst="rect">
            <a:avLst/>
          </a:prstGeom>
          <a:noFill/>
        </p:spPr>
        <p:txBody>
          <a:bodyPr wrap="square">
            <a:spAutoFit/>
          </a:bodyPr>
          <a:lstStyle/>
          <a:p>
            <a:pPr algn="l"/>
            <a:r>
              <a:rPr lang="en-US" sz="4000" b="1">
                <a:solidFill>
                  <a:srgbClr val="000000"/>
                </a:solidFill>
                <a:latin typeface="Calibri"/>
              </a:rPr>
              <a:t>Raising availability is not enough on its own</a:t>
            </a:r>
            <a:endParaRPr sz="4000" b="1">
              <a:solidFill>
                <a:srgbClr val="000000"/>
              </a:solidFill>
              <a:latin typeface="Calibri"/>
            </a:endParaRPr>
          </a:p>
        </p:txBody>
      </p:sp>
      <p:sp>
        <p:nvSpPr>
          <p:cNvPr id="6" name="TextBox 5"/>
          <p:cNvSpPr txBox="1"/>
          <p:nvPr/>
        </p:nvSpPr>
        <p:spPr>
          <a:xfrm>
            <a:off x="457200" y="1097280"/>
            <a:ext cx="11247120" cy="369332"/>
          </a:xfrm>
          <a:prstGeom prst="rect">
            <a:avLst/>
          </a:prstGeom>
          <a:noFill/>
        </p:spPr>
        <p:txBody>
          <a:bodyPr wrap="square">
            <a:spAutoFit/>
          </a:bodyPr>
          <a:lstStyle/>
          <a:p>
            <a:pPr algn="l"/>
            <a:r>
              <a:rPr lang="en-US" sz="1800" b="0" dirty="0">
                <a:solidFill>
                  <a:srgbClr val="555555"/>
                </a:solidFill>
                <a:latin typeface="Calibri"/>
              </a:rPr>
              <a:t>Current model follows maintenance rules, but it still misses important operational limits.</a:t>
            </a:r>
            <a:endParaRPr sz="1800" b="0" dirty="0">
              <a:solidFill>
                <a:srgbClr val="555555"/>
              </a:solidFill>
              <a:latin typeface="Calibri"/>
            </a:endParaRPr>
          </a:p>
        </p:txBody>
      </p:sp>
      <p:sp>
        <p:nvSpPr>
          <p:cNvPr id="7" name="Rounded Rectangle 6"/>
          <p:cNvSpPr/>
          <p:nvPr/>
        </p:nvSpPr>
        <p:spPr>
          <a:xfrm>
            <a:off x="457200" y="1645920"/>
            <a:ext cx="11247120" cy="1005840"/>
          </a:xfrm>
          <a:prstGeom prst="roundRect">
            <a:avLst/>
          </a:prstGeom>
          <a:solidFill>
            <a:srgbClr val="FFFFFF"/>
          </a:solidFill>
          <a:ln w="12700">
            <a:solidFill>
              <a:srgbClr val="B0B0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731520" y="1755648"/>
            <a:ext cx="10698480" cy="384721"/>
          </a:xfrm>
          <a:prstGeom prst="rect">
            <a:avLst/>
          </a:prstGeom>
          <a:noFill/>
        </p:spPr>
        <p:txBody>
          <a:bodyPr wrap="square">
            <a:spAutoFit/>
          </a:bodyPr>
          <a:lstStyle/>
          <a:p>
            <a:pPr algn="l"/>
            <a:r>
              <a:rPr lang="en-AU" sz="1900" b="1">
                <a:solidFill>
                  <a:srgbClr val="000000"/>
                </a:solidFill>
                <a:latin typeface="Calibri"/>
              </a:rPr>
              <a:t>Busy periods</a:t>
            </a:r>
            <a:endParaRPr sz="1900" b="1">
              <a:solidFill>
                <a:srgbClr val="000000"/>
              </a:solidFill>
              <a:latin typeface="Calibri"/>
            </a:endParaRPr>
          </a:p>
        </p:txBody>
      </p:sp>
      <p:sp>
        <p:nvSpPr>
          <p:cNvPr id="9" name="TextBox 8"/>
          <p:cNvSpPr txBox="1"/>
          <p:nvPr/>
        </p:nvSpPr>
        <p:spPr>
          <a:xfrm>
            <a:off x="731520" y="2121408"/>
            <a:ext cx="10698480" cy="384721"/>
          </a:xfrm>
          <a:prstGeom prst="rect">
            <a:avLst/>
          </a:prstGeom>
          <a:noFill/>
        </p:spPr>
        <p:txBody>
          <a:bodyPr wrap="square">
            <a:spAutoFit/>
          </a:bodyPr>
          <a:lstStyle/>
          <a:p>
            <a:pPr algn="l"/>
            <a:r>
              <a:rPr lang="en-US" sz="1900" b="0" dirty="0">
                <a:solidFill>
                  <a:srgbClr val="1A1A1A"/>
                </a:solidFill>
                <a:latin typeface="Calibri"/>
              </a:rPr>
              <a:t>Protect periods when many aircraft must stay available.</a:t>
            </a:r>
            <a:endParaRPr sz="1900" b="0" dirty="0">
              <a:solidFill>
                <a:srgbClr val="1A1A1A"/>
              </a:solidFill>
              <a:latin typeface="Calibri"/>
            </a:endParaRPr>
          </a:p>
        </p:txBody>
      </p:sp>
      <p:sp>
        <p:nvSpPr>
          <p:cNvPr id="10" name="Rounded Rectangle 9"/>
          <p:cNvSpPr/>
          <p:nvPr/>
        </p:nvSpPr>
        <p:spPr>
          <a:xfrm>
            <a:off x="457200" y="2743200"/>
            <a:ext cx="11247120" cy="1005840"/>
          </a:xfrm>
          <a:prstGeom prst="roundRect">
            <a:avLst/>
          </a:prstGeom>
          <a:solidFill>
            <a:srgbClr val="FFFFFF"/>
          </a:solidFill>
          <a:ln w="12700">
            <a:solidFill>
              <a:srgbClr val="B0B0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731520" y="2852928"/>
            <a:ext cx="10698480" cy="384721"/>
          </a:xfrm>
          <a:prstGeom prst="rect">
            <a:avLst/>
          </a:prstGeom>
          <a:noFill/>
        </p:spPr>
        <p:txBody>
          <a:bodyPr wrap="square">
            <a:spAutoFit/>
          </a:bodyPr>
          <a:lstStyle/>
          <a:p>
            <a:pPr algn="l"/>
            <a:r>
              <a:rPr lang="en-AU" sz="1900" b="1" dirty="0">
                <a:solidFill>
                  <a:srgbClr val="000000"/>
                </a:solidFill>
                <a:latin typeface="Calibri"/>
              </a:rPr>
              <a:t>Nearby maintenance moves</a:t>
            </a:r>
            <a:endParaRPr sz="1900" b="1" dirty="0">
              <a:solidFill>
                <a:srgbClr val="000000"/>
              </a:solidFill>
              <a:latin typeface="Calibri"/>
            </a:endParaRPr>
          </a:p>
        </p:txBody>
      </p:sp>
      <p:sp>
        <p:nvSpPr>
          <p:cNvPr id="12" name="TextBox 11"/>
          <p:cNvSpPr txBox="1"/>
          <p:nvPr/>
        </p:nvSpPr>
        <p:spPr>
          <a:xfrm>
            <a:off x="731520" y="3218688"/>
            <a:ext cx="10698480" cy="384721"/>
          </a:xfrm>
          <a:prstGeom prst="rect">
            <a:avLst/>
          </a:prstGeom>
          <a:noFill/>
        </p:spPr>
        <p:txBody>
          <a:bodyPr wrap="square">
            <a:spAutoFit/>
          </a:bodyPr>
          <a:lstStyle/>
          <a:p>
            <a:pPr algn="l"/>
            <a:r>
              <a:rPr lang="en-US" sz="1900" b="0" dirty="0">
                <a:solidFill>
                  <a:srgbClr val="1A1A1A"/>
                </a:solidFill>
                <a:latin typeface="Calibri"/>
              </a:rPr>
              <a:t>Control how far nearby checks can shift when we clear a busy period.</a:t>
            </a:r>
            <a:endParaRPr sz="1900" b="0" dirty="0">
              <a:solidFill>
                <a:srgbClr val="1A1A1A"/>
              </a:solidFill>
              <a:latin typeface="Calibri"/>
            </a:endParaRPr>
          </a:p>
        </p:txBody>
      </p:sp>
      <p:sp>
        <p:nvSpPr>
          <p:cNvPr id="13" name="Rounded Rectangle 12"/>
          <p:cNvSpPr/>
          <p:nvPr/>
        </p:nvSpPr>
        <p:spPr>
          <a:xfrm>
            <a:off x="457200" y="3840480"/>
            <a:ext cx="11247120" cy="1005840"/>
          </a:xfrm>
          <a:prstGeom prst="roundRect">
            <a:avLst/>
          </a:prstGeom>
          <a:solidFill>
            <a:srgbClr val="FFFFFF"/>
          </a:solidFill>
          <a:ln w="12700">
            <a:solidFill>
              <a:srgbClr val="B0B0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731520" y="3950208"/>
            <a:ext cx="10698480" cy="384721"/>
          </a:xfrm>
          <a:prstGeom prst="rect">
            <a:avLst/>
          </a:prstGeom>
          <a:noFill/>
        </p:spPr>
        <p:txBody>
          <a:bodyPr wrap="square">
            <a:spAutoFit/>
          </a:bodyPr>
          <a:lstStyle/>
          <a:p>
            <a:r>
              <a:rPr lang="en-AU" sz="1900" b="1" dirty="0">
                <a:solidFill>
                  <a:srgbClr val="000000"/>
                </a:solidFill>
                <a:latin typeface="Calibri" panose="020F0502020204030204" pitchFamily="34" charset="0"/>
              </a:rPr>
              <a:t>Aircraft dependencies</a:t>
            </a:r>
            <a:endParaRPr sz="1900" b="1" dirty="0">
              <a:solidFill>
                <a:srgbClr val="000000"/>
              </a:solidFill>
              <a:latin typeface="Calibri" panose="020F0502020204030204" pitchFamily="34" charset="0"/>
            </a:endParaRPr>
          </a:p>
        </p:txBody>
      </p:sp>
      <p:sp>
        <p:nvSpPr>
          <p:cNvPr id="15" name="TextBox 14"/>
          <p:cNvSpPr txBox="1"/>
          <p:nvPr/>
        </p:nvSpPr>
        <p:spPr>
          <a:xfrm>
            <a:off x="731520" y="4315968"/>
            <a:ext cx="10698480" cy="384721"/>
          </a:xfrm>
          <a:prstGeom prst="rect">
            <a:avLst/>
          </a:prstGeom>
          <a:noFill/>
        </p:spPr>
        <p:txBody>
          <a:bodyPr wrap="square">
            <a:spAutoFit/>
          </a:bodyPr>
          <a:lstStyle/>
          <a:p>
            <a:r>
              <a:rPr lang="en-US" sz="1900">
                <a:solidFill>
                  <a:srgbClr val="1A1A1A"/>
                </a:solidFill>
                <a:latin typeface="Calibri" panose="020F0502020204030204" pitchFamily="34" charset="0"/>
              </a:rPr>
              <a:t>Some aircraft must be active together when operations depend on them at the same time.</a:t>
            </a:r>
            <a:endParaRPr sz="1900">
              <a:solidFill>
                <a:srgbClr val="1A1A1A"/>
              </a:solidFill>
              <a:latin typeface="Calibri" panose="020F050202020403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64592"/>
            <a:ext cx="11155680" cy="320040"/>
          </a:xfrm>
          <a:prstGeom prst="rect">
            <a:avLst/>
          </a:prstGeom>
          <a:noFill/>
        </p:spPr>
        <p:txBody>
          <a:bodyPr wrap="square">
            <a:spAutoFit/>
          </a:bodyPr>
          <a:lstStyle/>
          <a:p>
            <a:pPr algn="l"/>
            <a:r>
              <a:rPr sz="1700" b="1">
                <a:solidFill>
                  <a:srgbClr val="000000"/>
                </a:solidFill>
                <a:latin typeface="Calibri"/>
              </a:rPr>
              <a:t>SENSITIVITY</a:t>
            </a:r>
          </a:p>
        </p:txBody>
      </p:sp>
      <p:sp>
        <p:nvSpPr>
          <p:cNvPr id="5" name="TextBox 4"/>
          <p:cNvSpPr txBox="1"/>
          <p:nvPr/>
        </p:nvSpPr>
        <p:spPr>
          <a:xfrm>
            <a:off x="457200" y="411480"/>
            <a:ext cx="11247120" cy="523220"/>
          </a:xfrm>
          <a:prstGeom prst="rect">
            <a:avLst/>
          </a:prstGeom>
          <a:noFill/>
        </p:spPr>
        <p:txBody>
          <a:bodyPr wrap="square">
            <a:spAutoFit/>
          </a:bodyPr>
          <a:lstStyle/>
          <a:p>
            <a:pPr algn="l"/>
            <a:r>
              <a:rPr lang="en-US" sz="2800" b="1">
                <a:solidFill>
                  <a:srgbClr val="000000"/>
                </a:solidFill>
                <a:latin typeface="Calibri" panose="020F0502020204030204" pitchFamily="34" charset="0"/>
              </a:rPr>
              <a:t>Which settings actually change the result?</a:t>
            </a:r>
            <a:endParaRPr sz="2800" b="1" dirty="0">
              <a:solidFill>
                <a:srgbClr val="000000"/>
              </a:solidFill>
              <a:latin typeface="Calibri" panose="020F0502020204030204" pitchFamily="34" charset="0"/>
            </a:endParaRPr>
          </a:p>
        </p:txBody>
      </p:sp>
      <p:sp>
        <p:nvSpPr>
          <p:cNvPr id="6" name="Rounded Rectangle 5"/>
          <p:cNvSpPr/>
          <p:nvPr/>
        </p:nvSpPr>
        <p:spPr>
          <a:xfrm>
            <a:off x="457200" y="1188720"/>
            <a:ext cx="5532120" cy="5029200"/>
          </a:xfrm>
          <a:prstGeom prst="roundRect">
            <a:avLst/>
          </a:prstGeom>
          <a:solidFill>
            <a:srgbClr val="FFFFFF"/>
          </a:solidFill>
          <a:ln w="12700">
            <a:solidFill>
              <a:srgbClr val="B0B0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1463040"/>
            <a:ext cx="5029200" cy="430887"/>
          </a:xfrm>
          <a:prstGeom prst="rect">
            <a:avLst/>
          </a:prstGeom>
          <a:noFill/>
        </p:spPr>
        <p:txBody>
          <a:bodyPr wrap="square">
            <a:spAutoFit/>
          </a:bodyPr>
          <a:lstStyle/>
          <a:p>
            <a:pPr algn="l"/>
            <a:r>
              <a:rPr lang="en-AU" sz="2200" b="1" dirty="0">
                <a:solidFill>
                  <a:srgbClr val="000000"/>
                </a:solidFill>
                <a:latin typeface="Calibri" panose="020F0502020204030204" pitchFamily="34" charset="0"/>
              </a:rPr>
              <a:t>Hyperparameters to test</a:t>
            </a:r>
            <a:endParaRPr sz="2200" b="1" dirty="0">
              <a:solidFill>
                <a:srgbClr val="000000"/>
              </a:solidFill>
              <a:latin typeface="Calibri" panose="020F0502020204030204" pitchFamily="34" charset="0"/>
            </a:endParaRPr>
          </a:p>
        </p:txBody>
      </p:sp>
      <p:sp>
        <p:nvSpPr>
          <p:cNvPr id="8" name="TextBox 7"/>
          <p:cNvSpPr txBox="1"/>
          <p:nvPr/>
        </p:nvSpPr>
        <p:spPr>
          <a:xfrm>
            <a:off x="731520" y="2194560"/>
            <a:ext cx="5029200" cy="3211135"/>
          </a:xfrm>
          <a:prstGeom prst="rect">
            <a:avLst/>
          </a:prstGeom>
          <a:noFill/>
        </p:spPr>
        <p:txBody>
          <a:bodyPr wrap="square">
            <a:spAutoFit/>
          </a:bodyPr>
          <a:lstStyle/>
          <a:p>
            <a:pPr algn="l">
              <a:spcAft>
                <a:spcPts val="3200"/>
              </a:spcAft>
            </a:pPr>
            <a:r>
              <a:rPr lang="en-US" sz="1600" dirty="0">
                <a:solidFill>
                  <a:srgbClr val="1A1A1A"/>
                </a:solidFill>
                <a:latin typeface="Calibri" panose="020F0502020204030204" pitchFamily="34" charset="0"/>
              </a:rPr>
              <a:t>How far we move a check.</a:t>
            </a:r>
          </a:p>
          <a:p>
            <a:pPr algn="l">
              <a:spcAft>
                <a:spcPts val="3200"/>
              </a:spcAft>
            </a:pPr>
            <a:r>
              <a:rPr lang="en-US" sz="1600" dirty="0">
                <a:solidFill>
                  <a:srgbClr val="1A1A1A"/>
                </a:solidFill>
                <a:latin typeface="Calibri" panose="020F0502020204030204" pitchFamily="34" charset="0"/>
              </a:rPr>
              <a:t>How long we let the search run (max iterations) after introducing SA.</a:t>
            </a:r>
          </a:p>
          <a:p>
            <a:pPr algn="l">
              <a:spcAft>
                <a:spcPts val="3200"/>
              </a:spcAft>
            </a:pPr>
            <a:r>
              <a:rPr lang="en-US" sz="1600" dirty="0">
                <a:solidFill>
                  <a:srgbClr val="1A1A1A"/>
                </a:solidFill>
                <a:latin typeface="Calibri" panose="020F0502020204030204" pitchFamily="34" charset="0"/>
              </a:rPr>
              <a:t>Cooling criteria: how quickly we become stricter.</a:t>
            </a:r>
          </a:p>
          <a:p>
            <a:pPr algn="l">
              <a:spcAft>
                <a:spcPts val="3200"/>
              </a:spcAft>
            </a:pPr>
            <a:r>
              <a:rPr lang="en-US" sz="1600" dirty="0">
                <a:solidFill>
                  <a:srgbClr val="1A1A1A"/>
                </a:solidFill>
                <a:latin typeface="Calibri" panose="020F0502020204030204" pitchFamily="34" charset="0"/>
              </a:rPr>
              <a:t>Chance of accepting a worse move </a:t>
            </a:r>
          </a:p>
          <a:p>
            <a:pPr algn="l">
              <a:spcAft>
                <a:spcPts val="3200"/>
              </a:spcAft>
            </a:pPr>
            <a:r>
              <a:rPr lang="en-US" sz="1600" dirty="0">
                <a:solidFill>
                  <a:srgbClr val="1A1A1A"/>
                </a:solidFill>
                <a:latin typeface="Calibri" panose="020F0502020204030204" pitchFamily="34" charset="0"/>
              </a:rPr>
              <a:t>These choices affect both schedule quality and runtime</a:t>
            </a:r>
            <a:endParaRPr sz="1600" dirty="0">
              <a:solidFill>
                <a:srgbClr val="1A1A1A"/>
              </a:solidFill>
              <a:latin typeface="Calibri" panose="020F0502020204030204" pitchFamily="34" charset="0"/>
            </a:endParaRPr>
          </a:p>
        </p:txBody>
      </p:sp>
      <p:sp>
        <p:nvSpPr>
          <p:cNvPr id="9" name="Rounded Rectangle 8"/>
          <p:cNvSpPr/>
          <p:nvPr/>
        </p:nvSpPr>
        <p:spPr>
          <a:xfrm>
            <a:off x="6217920" y="1188720"/>
            <a:ext cx="5440680" cy="5029200"/>
          </a:xfrm>
          <a:prstGeom prst="roundRect">
            <a:avLst/>
          </a:prstGeom>
          <a:solidFill>
            <a:srgbClr val="F0F0F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92240" y="1463040"/>
            <a:ext cx="4937760" cy="430887"/>
          </a:xfrm>
          <a:prstGeom prst="rect">
            <a:avLst/>
          </a:prstGeom>
          <a:noFill/>
        </p:spPr>
        <p:txBody>
          <a:bodyPr wrap="square">
            <a:spAutoFit/>
          </a:bodyPr>
          <a:lstStyle/>
          <a:p>
            <a:pPr algn="l"/>
            <a:r>
              <a:rPr lang="en-US" sz="2200" b="1" dirty="0">
                <a:solidFill>
                  <a:srgbClr val="000000"/>
                </a:solidFill>
                <a:latin typeface="Calibri" panose="020F0502020204030204" pitchFamily="34" charset="0"/>
              </a:rPr>
              <a:t>What we will do</a:t>
            </a:r>
            <a:endParaRPr sz="2200" b="1" dirty="0">
              <a:solidFill>
                <a:srgbClr val="000000"/>
              </a:solidFill>
              <a:latin typeface="Calibri" panose="020F0502020204030204" pitchFamily="34" charset="0"/>
            </a:endParaRPr>
          </a:p>
        </p:txBody>
      </p:sp>
      <p:sp>
        <p:nvSpPr>
          <p:cNvPr id="11" name="TextBox 10"/>
          <p:cNvSpPr txBox="1"/>
          <p:nvPr/>
        </p:nvSpPr>
        <p:spPr>
          <a:xfrm>
            <a:off x="6492240" y="2194559"/>
            <a:ext cx="4937760" cy="2390398"/>
          </a:xfrm>
          <a:prstGeom prst="rect">
            <a:avLst/>
          </a:prstGeom>
          <a:noFill/>
        </p:spPr>
        <p:txBody>
          <a:bodyPr wrap="square">
            <a:spAutoFit/>
          </a:bodyPr>
          <a:lstStyle/>
          <a:p>
            <a:pPr algn="l">
              <a:spcAft>
                <a:spcPts val="3200"/>
              </a:spcAft>
            </a:pPr>
            <a:r>
              <a:rPr lang="en-US" sz="1600" dirty="0">
                <a:solidFill>
                  <a:srgbClr val="1A1A1A"/>
                </a:solidFill>
                <a:latin typeface="Calibri" panose="020F0502020204030204" pitchFamily="34" charset="0"/>
              </a:rPr>
              <a:t>Change one setting at a time on the heavy forecast to properly measure it without interference.</a:t>
            </a:r>
          </a:p>
          <a:p>
            <a:pPr algn="l">
              <a:spcAft>
                <a:spcPts val="3200"/>
              </a:spcAft>
            </a:pPr>
            <a:r>
              <a:rPr lang="en-US" sz="1600" dirty="0">
                <a:solidFill>
                  <a:srgbClr val="1A1A1A"/>
                </a:solidFill>
                <a:latin typeface="Calibri" panose="020F0502020204030204" pitchFamily="34" charset="0"/>
              </a:rPr>
              <a:t>Monitor the smoothness and runtime compared to baseline model.</a:t>
            </a:r>
          </a:p>
          <a:p>
            <a:pPr algn="l">
              <a:spcAft>
                <a:spcPts val="3200"/>
              </a:spcAft>
            </a:pPr>
            <a:r>
              <a:rPr lang="en-US" sz="1600" dirty="0">
                <a:solidFill>
                  <a:srgbClr val="1A1A1A"/>
                </a:solidFill>
                <a:latin typeface="Calibri" panose="020F0502020204030204" pitchFamily="34" charset="0"/>
              </a:rPr>
              <a:t>Keep a list of settings that works and ignore the rest. Keep iterating to find the best hyperparameter.</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64592"/>
            <a:ext cx="11155680" cy="320040"/>
          </a:xfrm>
          <a:prstGeom prst="rect">
            <a:avLst/>
          </a:prstGeom>
          <a:noFill/>
        </p:spPr>
        <p:txBody>
          <a:bodyPr wrap="square">
            <a:spAutoFit/>
          </a:bodyPr>
          <a:lstStyle/>
          <a:p>
            <a:pPr algn="l"/>
            <a:r>
              <a:rPr sz="1700" b="1">
                <a:solidFill>
                  <a:srgbClr val="000000"/>
                </a:solidFill>
                <a:latin typeface="Calibri"/>
              </a:rPr>
              <a:t>STARTING POINT</a:t>
            </a:r>
          </a:p>
        </p:txBody>
      </p:sp>
      <p:sp>
        <p:nvSpPr>
          <p:cNvPr id="5" name="TextBox 4"/>
          <p:cNvSpPr txBox="1"/>
          <p:nvPr/>
        </p:nvSpPr>
        <p:spPr>
          <a:xfrm>
            <a:off x="457200" y="411480"/>
            <a:ext cx="11247120" cy="707886"/>
          </a:xfrm>
          <a:prstGeom prst="rect">
            <a:avLst/>
          </a:prstGeom>
          <a:noFill/>
        </p:spPr>
        <p:txBody>
          <a:bodyPr wrap="square">
            <a:spAutoFit/>
          </a:bodyPr>
          <a:lstStyle/>
          <a:p>
            <a:r>
              <a:rPr lang="en-US" sz="4000" b="1">
                <a:solidFill>
                  <a:srgbClr val="000000"/>
                </a:solidFill>
                <a:latin typeface="Calibri" panose="020F0502020204030204" pitchFamily="34" charset="0"/>
              </a:rPr>
              <a:t>Separate start effect from algorithm gain</a:t>
            </a:r>
            <a:endParaRPr sz="4000" b="1" dirty="0">
              <a:solidFill>
                <a:srgbClr val="000000"/>
              </a:solidFill>
              <a:latin typeface="Calibri" panose="020F0502020204030204" pitchFamily="34" charset="0"/>
            </a:endParaRPr>
          </a:p>
        </p:txBody>
      </p:sp>
      <p:sp>
        <p:nvSpPr>
          <p:cNvPr id="9" name="Rounded Rectangle 5">
            <a:extLst>
              <a:ext uri="{FF2B5EF4-FFF2-40B4-BE49-F238E27FC236}">
                <a16:creationId xmlns:a16="http://schemas.microsoft.com/office/drawing/2014/main" id="{EB8F05B1-0C6F-85C3-09E3-DC807EA60B9F}"/>
              </a:ext>
            </a:extLst>
          </p:cNvPr>
          <p:cNvSpPr/>
          <p:nvPr/>
        </p:nvSpPr>
        <p:spPr>
          <a:xfrm>
            <a:off x="457200" y="1188720"/>
            <a:ext cx="5532120" cy="3835400"/>
          </a:xfrm>
          <a:prstGeom prst="roundRect">
            <a:avLst/>
          </a:prstGeom>
          <a:solidFill>
            <a:srgbClr val="FFFFFF"/>
          </a:solidFill>
          <a:ln w="12700">
            <a:solidFill>
              <a:srgbClr val="B0B0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Rounded Rectangle 8">
            <a:extLst>
              <a:ext uri="{FF2B5EF4-FFF2-40B4-BE49-F238E27FC236}">
                <a16:creationId xmlns:a16="http://schemas.microsoft.com/office/drawing/2014/main" id="{CA042E39-C912-4482-5368-24E2DF631308}"/>
              </a:ext>
            </a:extLst>
          </p:cNvPr>
          <p:cNvSpPr/>
          <p:nvPr/>
        </p:nvSpPr>
        <p:spPr>
          <a:xfrm>
            <a:off x="6217920" y="1188720"/>
            <a:ext cx="5440680" cy="3835400"/>
          </a:xfrm>
          <a:prstGeom prst="roundRect">
            <a:avLst/>
          </a:prstGeom>
          <a:solidFill>
            <a:srgbClr val="F0F0F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a:extLst>
              <a:ext uri="{FF2B5EF4-FFF2-40B4-BE49-F238E27FC236}">
                <a16:creationId xmlns:a16="http://schemas.microsoft.com/office/drawing/2014/main" id="{578B1173-56A7-CCBE-B621-B5F6C57B3633}"/>
              </a:ext>
            </a:extLst>
          </p:cNvPr>
          <p:cNvSpPr txBox="1"/>
          <p:nvPr/>
        </p:nvSpPr>
        <p:spPr>
          <a:xfrm>
            <a:off x="731520" y="1463040"/>
            <a:ext cx="5029200" cy="430887"/>
          </a:xfrm>
          <a:prstGeom prst="rect">
            <a:avLst/>
          </a:prstGeom>
          <a:noFill/>
        </p:spPr>
        <p:txBody>
          <a:bodyPr wrap="square">
            <a:spAutoFit/>
          </a:bodyPr>
          <a:lstStyle/>
          <a:p>
            <a:r>
              <a:rPr lang="en-AU" sz="2200" b="1">
                <a:solidFill>
                  <a:srgbClr val="000000"/>
                </a:solidFill>
                <a:latin typeface="Calibri" panose="020F0502020204030204" pitchFamily="34" charset="0"/>
              </a:rPr>
              <a:t>Why the start matters</a:t>
            </a:r>
            <a:endParaRPr sz="2200" b="1" dirty="0">
              <a:solidFill>
                <a:srgbClr val="000000"/>
              </a:solidFill>
              <a:latin typeface="Calibri" panose="020F0502020204030204" pitchFamily="34" charset="0"/>
            </a:endParaRPr>
          </a:p>
        </p:txBody>
      </p:sp>
      <p:sp>
        <p:nvSpPr>
          <p:cNvPr id="15" name="TextBox 14">
            <a:extLst>
              <a:ext uri="{FF2B5EF4-FFF2-40B4-BE49-F238E27FC236}">
                <a16:creationId xmlns:a16="http://schemas.microsoft.com/office/drawing/2014/main" id="{917E8644-1360-B249-7DC8-687D66DE8ACE}"/>
              </a:ext>
            </a:extLst>
          </p:cNvPr>
          <p:cNvSpPr txBox="1"/>
          <p:nvPr/>
        </p:nvSpPr>
        <p:spPr>
          <a:xfrm>
            <a:off x="731520" y="2194560"/>
            <a:ext cx="5029200" cy="1232902"/>
          </a:xfrm>
          <a:prstGeom prst="rect">
            <a:avLst/>
          </a:prstGeom>
          <a:noFill/>
        </p:spPr>
        <p:txBody>
          <a:bodyPr wrap="square">
            <a:spAutoFit/>
          </a:bodyPr>
          <a:lstStyle/>
          <a:p>
            <a:pPr>
              <a:lnSpc>
                <a:spcPct val="115000"/>
              </a:lnSpc>
              <a:spcAft>
                <a:spcPts val="1200"/>
              </a:spcAft>
            </a:pPr>
            <a:r>
              <a:rPr lang="en-US" sz="1600" dirty="0">
                <a:solidFill>
                  <a:srgbClr val="1A1A1A"/>
                </a:solidFill>
                <a:latin typeface="Calibri" panose="020F0502020204030204" pitchFamily="34" charset="0"/>
              </a:rPr>
              <a:t>The search only makes local moves from the original plan.</a:t>
            </a:r>
          </a:p>
          <a:p>
            <a:pPr>
              <a:lnSpc>
                <a:spcPct val="115000"/>
              </a:lnSpc>
              <a:spcAft>
                <a:spcPts val="1200"/>
              </a:spcAft>
            </a:pPr>
            <a:r>
              <a:rPr lang="en-US" sz="1600" dirty="0">
                <a:solidFill>
                  <a:srgbClr val="1A1A1A"/>
                </a:solidFill>
                <a:latin typeface="Calibri" panose="020F0502020204030204" pitchFamily="34" charset="0"/>
              </a:rPr>
              <a:t>A well-staggered start can look like a better algorithm.</a:t>
            </a:r>
          </a:p>
          <a:p>
            <a:pPr>
              <a:lnSpc>
                <a:spcPct val="115000"/>
              </a:lnSpc>
              <a:spcAft>
                <a:spcPts val="1200"/>
              </a:spcAft>
            </a:pPr>
            <a:r>
              <a:rPr lang="en-US" sz="1600" dirty="0">
                <a:solidFill>
                  <a:srgbClr val="1A1A1A"/>
                </a:solidFill>
                <a:latin typeface="Calibri" panose="020F0502020204030204" pitchFamily="34" charset="0"/>
              </a:rPr>
              <a:t>A bunched start can make a good method look weaker.</a:t>
            </a:r>
            <a:endParaRPr sz="1600" dirty="0">
              <a:solidFill>
                <a:srgbClr val="1A1A1A"/>
              </a:solidFill>
              <a:latin typeface="Calibri" panose="020F0502020204030204" pitchFamily="34" charset="0"/>
            </a:endParaRPr>
          </a:p>
        </p:txBody>
      </p:sp>
      <p:sp>
        <p:nvSpPr>
          <p:cNvPr id="17" name="TextBox 16">
            <a:extLst>
              <a:ext uri="{FF2B5EF4-FFF2-40B4-BE49-F238E27FC236}">
                <a16:creationId xmlns:a16="http://schemas.microsoft.com/office/drawing/2014/main" id="{BBE33486-1A26-9B55-897F-E21A9D782C94}"/>
              </a:ext>
            </a:extLst>
          </p:cNvPr>
          <p:cNvSpPr txBox="1"/>
          <p:nvPr/>
        </p:nvSpPr>
        <p:spPr>
          <a:xfrm>
            <a:off x="6492240" y="1463040"/>
            <a:ext cx="4937760" cy="430887"/>
          </a:xfrm>
          <a:prstGeom prst="rect">
            <a:avLst/>
          </a:prstGeom>
          <a:noFill/>
        </p:spPr>
        <p:txBody>
          <a:bodyPr wrap="square">
            <a:spAutoFit/>
          </a:bodyPr>
          <a:lstStyle/>
          <a:p>
            <a:r>
              <a:rPr lang="en-US" sz="2200" b="1">
                <a:solidFill>
                  <a:srgbClr val="000000"/>
                </a:solidFill>
                <a:latin typeface="Calibri" panose="020F0502020204030204" pitchFamily="34" charset="0"/>
              </a:rPr>
              <a:t>What we will do</a:t>
            </a:r>
            <a:endParaRPr sz="2200" b="1" dirty="0">
              <a:solidFill>
                <a:srgbClr val="000000"/>
              </a:solidFill>
              <a:latin typeface="Calibri" panose="020F0502020204030204" pitchFamily="34" charset="0"/>
            </a:endParaRPr>
          </a:p>
        </p:txBody>
      </p:sp>
      <p:sp>
        <p:nvSpPr>
          <p:cNvPr id="19" name="TextBox 18">
            <a:extLst>
              <a:ext uri="{FF2B5EF4-FFF2-40B4-BE49-F238E27FC236}">
                <a16:creationId xmlns:a16="http://schemas.microsoft.com/office/drawing/2014/main" id="{8ACC2210-B02E-C807-76AC-1C2EFAEF7739}"/>
              </a:ext>
            </a:extLst>
          </p:cNvPr>
          <p:cNvSpPr txBox="1"/>
          <p:nvPr/>
        </p:nvSpPr>
        <p:spPr>
          <a:xfrm>
            <a:off x="6492240" y="2194559"/>
            <a:ext cx="4937760" cy="2082365"/>
          </a:xfrm>
          <a:prstGeom prst="rect">
            <a:avLst/>
          </a:prstGeom>
          <a:noFill/>
        </p:spPr>
        <p:txBody>
          <a:bodyPr wrap="square">
            <a:spAutoFit/>
          </a:bodyPr>
          <a:lstStyle/>
          <a:p>
            <a:pPr>
              <a:lnSpc>
                <a:spcPct val="115000"/>
              </a:lnSpc>
              <a:spcAft>
                <a:spcPts val="1200"/>
              </a:spcAft>
            </a:pPr>
            <a:r>
              <a:rPr lang="en-US" sz="1600" dirty="0">
                <a:solidFill>
                  <a:srgbClr val="1A1A1A"/>
                </a:solidFill>
                <a:latin typeface="Calibri" panose="020F0502020204030204" pitchFamily="34" charset="0"/>
              </a:rPr>
              <a:t>Build a few controlled starts: bunched, as-loaded, and more spread out.</a:t>
            </a:r>
          </a:p>
          <a:p>
            <a:pPr>
              <a:lnSpc>
                <a:spcPct val="115000"/>
              </a:lnSpc>
              <a:spcAft>
                <a:spcPts val="1200"/>
              </a:spcAft>
            </a:pPr>
            <a:r>
              <a:rPr lang="en-US" sz="1600" dirty="0">
                <a:solidFill>
                  <a:srgbClr val="1A1A1A"/>
                </a:solidFill>
                <a:latin typeface="Calibri" panose="020F0502020204030204" pitchFamily="34" charset="0"/>
              </a:rPr>
              <a:t>Run current method and annealing from each of those same starts.</a:t>
            </a:r>
          </a:p>
          <a:p>
            <a:pPr>
              <a:lnSpc>
                <a:spcPct val="115000"/>
              </a:lnSpc>
              <a:spcAft>
                <a:spcPts val="1200"/>
              </a:spcAft>
            </a:pPr>
            <a:r>
              <a:rPr lang="en-US" sz="1600" dirty="0">
                <a:solidFill>
                  <a:srgbClr val="1A1A1A"/>
                </a:solidFill>
                <a:latin typeface="Calibri" panose="020F0502020204030204" pitchFamily="34" charset="0"/>
              </a:rPr>
              <a:t>Document how much the initial stagger impacts the optimisation.</a:t>
            </a:r>
          </a:p>
        </p:txBody>
      </p:sp>
      <p:sp>
        <p:nvSpPr>
          <p:cNvPr id="6" name="Footer Card 20">
            <a:extLst>
              <a:ext uri="{FF2B5EF4-FFF2-40B4-BE49-F238E27FC236}">
                <a16:creationId xmlns:a16="http://schemas.microsoft.com/office/drawing/2014/main" id="{AB4D2C2B-97B8-3B21-388B-09229F9A3EFA}"/>
              </a:ext>
            </a:extLst>
          </p:cNvPr>
          <p:cNvSpPr/>
          <p:nvPr/>
        </p:nvSpPr>
        <p:spPr>
          <a:xfrm>
            <a:off x="457200" y="5181600"/>
            <a:ext cx="11201400" cy="1371600"/>
          </a:xfrm>
          <a:prstGeom prst="roundRect">
            <a:avLst/>
          </a:prstGeom>
          <a:solidFill>
            <a:srgbClr val="F0F0F0"/>
          </a:solidFill>
          <a:ln w="12700">
            <a:solidFill>
              <a:srgbClr val="B0B0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sp>
        <p:nvSpPr>
          <p:cNvPr id="7" name="TextBox 6">
            <a:extLst>
              <a:ext uri="{FF2B5EF4-FFF2-40B4-BE49-F238E27FC236}">
                <a16:creationId xmlns:a16="http://schemas.microsoft.com/office/drawing/2014/main" id="{023F1CF4-A312-8E8E-481A-FD6D6BB15480}"/>
              </a:ext>
            </a:extLst>
          </p:cNvPr>
          <p:cNvSpPr txBox="1"/>
          <p:nvPr/>
        </p:nvSpPr>
        <p:spPr>
          <a:xfrm>
            <a:off x="731520" y="5334000"/>
            <a:ext cx="10668000" cy="400110"/>
          </a:xfrm>
          <a:prstGeom prst="rect">
            <a:avLst/>
          </a:prstGeom>
          <a:noFill/>
        </p:spPr>
        <p:txBody>
          <a:bodyPr vert="horz" rtlCol="0">
            <a:spAutoFit/>
          </a:bodyPr>
          <a:lstStyle/>
          <a:p>
            <a:r>
              <a:rPr lang="en-US" sz="2000" b="1" dirty="0">
                <a:solidFill>
                  <a:srgbClr val="000000"/>
                </a:solidFill>
                <a:latin typeface="Calibri" panose="020F0502020204030204" pitchFamily="34" charset="0"/>
              </a:rPr>
              <a:t>Priority targeting does not cancel this.</a:t>
            </a:r>
            <a:endParaRPr lang="en-AU" sz="2000" b="1" dirty="0">
              <a:solidFill>
                <a:srgbClr val="000000"/>
              </a:solidFill>
              <a:latin typeface="Calibri" panose="020F0502020204030204" pitchFamily="34" charset="0"/>
            </a:endParaRPr>
          </a:p>
        </p:txBody>
      </p:sp>
      <p:sp>
        <p:nvSpPr>
          <p:cNvPr id="8" name="TextBox 7">
            <a:extLst>
              <a:ext uri="{FF2B5EF4-FFF2-40B4-BE49-F238E27FC236}">
                <a16:creationId xmlns:a16="http://schemas.microsoft.com/office/drawing/2014/main" id="{F0AE5DB2-73E5-8FE9-FE51-45675AE50032}"/>
              </a:ext>
            </a:extLst>
          </p:cNvPr>
          <p:cNvSpPr txBox="1"/>
          <p:nvPr/>
        </p:nvSpPr>
        <p:spPr>
          <a:xfrm>
            <a:off x="731520" y="5715000"/>
            <a:ext cx="10668000" cy="584775"/>
          </a:xfrm>
          <a:prstGeom prst="rect">
            <a:avLst/>
          </a:prstGeom>
          <a:noFill/>
        </p:spPr>
        <p:txBody>
          <a:bodyPr vert="horz" rtlCol="0">
            <a:spAutoFit/>
          </a:bodyPr>
          <a:lstStyle/>
          <a:p>
            <a:r>
              <a:rPr lang="en-US" sz="1600" dirty="0">
                <a:solidFill>
                  <a:srgbClr val="1A1A1A"/>
                </a:solidFill>
                <a:latin typeface="+mj-lt"/>
              </a:rPr>
              <a:t>It only chooses which events to try first. </a:t>
            </a:r>
            <a:r>
              <a:rPr lang="en-AU" sz="1600" dirty="0">
                <a:latin typeface="+mj-lt"/>
              </a:rPr>
              <a:t>Days that are not the current worst days keep the original stagger, so a good start can still do some of the work.</a:t>
            </a:r>
            <a:endParaRPr lang="en-AU" sz="1600" dirty="0">
              <a:solidFill>
                <a:srgbClr val="1A1A1A"/>
              </a:solidFill>
              <a:latin typeface="+mj-lt"/>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9E7BEDB-571A-96F4-A7D6-606140D07933}"/>
              </a:ext>
            </a:extLst>
          </p:cNvPr>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5" name="Rounded Rectangle 25">
            <a:extLst>
              <a:ext uri="{FF2B5EF4-FFF2-40B4-BE49-F238E27FC236}">
                <a16:creationId xmlns:a16="http://schemas.microsoft.com/office/drawing/2014/main" id="{A9351564-AF56-DFC5-7456-CAEA0440E4BA}"/>
              </a:ext>
            </a:extLst>
          </p:cNvPr>
          <p:cNvSpPr/>
          <p:nvPr/>
        </p:nvSpPr>
        <p:spPr>
          <a:xfrm>
            <a:off x="10149840" y="1016000"/>
            <a:ext cx="1828800" cy="1320800"/>
          </a:xfrm>
          <a:prstGeom prst="roundRect">
            <a:avLst/>
          </a:prstGeom>
          <a:solidFill>
            <a:srgbClr val="F0F0F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7" name="Rounded Rectangle 21">
            <a:extLst>
              <a:ext uri="{FF2B5EF4-FFF2-40B4-BE49-F238E27FC236}">
                <a16:creationId xmlns:a16="http://schemas.microsoft.com/office/drawing/2014/main" id="{B39EF9A5-AF3A-6F96-7E23-CB7009793A5A}"/>
              </a:ext>
            </a:extLst>
          </p:cNvPr>
          <p:cNvSpPr/>
          <p:nvPr/>
        </p:nvSpPr>
        <p:spPr>
          <a:xfrm>
            <a:off x="8183880" y="1016000"/>
            <a:ext cx="1828800" cy="1320800"/>
          </a:xfrm>
          <a:prstGeom prst="roundRect">
            <a:avLst/>
          </a:prstGeom>
          <a:solidFill>
            <a:srgbClr val="FFFFFF"/>
          </a:solidFill>
          <a:ln w="12700">
            <a:solidFill>
              <a:srgbClr val="B0B0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5" name="Rounded Rectangle 17">
            <a:extLst>
              <a:ext uri="{FF2B5EF4-FFF2-40B4-BE49-F238E27FC236}">
                <a16:creationId xmlns:a16="http://schemas.microsoft.com/office/drawing/2014/main" id="{1A60DB1A-4808-F671-80AD-111E256F597D}"/>
              </a:ext>
            </a:extLst>
          </p:cNvPr>
          <p:cNvSpPr/>
          <p:nvPr/>
        </p:nvSpPr>
        <p:spPr>
          <a:xfrm>
            <a:off x="6217920" y="1016000"/>
            <a:ext cx="1828800" cy="1320800"/>
          </a:xfrm>
          <a:prstGeom prst="roundRect">
            <a:avLst/>
          </a:prstGeom>
          <a:solidFill>
            <a:srgbClr val="FFFFFF"/>
          </a:solidFill>
          <a:ln w="12700">
            <a:solidFill>
              <a:srgbClr val="B0B0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23" name="Rounded Rectangle 13">
            <a:extLst>
              <a:ext uri="{FF2B5EF4-FFF2-40B4-BE49-F238E27FC236}">
                <a16:creationId xmlns:a16="http://schemas.microsoft.com/office/drawing/2014/main" id="{603A8D41-DA82-690D-69FE-B4A438967B69}"/>
              </a:ext>
            </a:extLst>
          </p:cNvPr>
          <p:cNvSpPr/>
          <p:nvPr/>
        </p:nvSpPr>
        <p:spPr>
          <a:xfrm>
            <a:off x="4251960" y="1016000"/>
            <a:ext cx="1828800" cy="1320800"/>
          </a:xfrm>
          <a:prstGeom prst="roundRect">
            <a:avLst/>
          </a:prstGeom>
          <a:solidFill>
            <a:srgbClr val="FFFFFF"/>
          </a:solidFill>
          <a:ln w="12700">
            <a:solidFill>
              <a:srgbClr val="B0B0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7" name="Rounded Rectangle 9">
            <a:extLst>
              <a:ext uri="{FF2B5EF4-FFF2-40B4-BE49-F238E27FC236}">
                <a16:creationId xmlns:a16="http://schemas.microsoft.com/office/drawing/2014/main" id="{330631A0-3441-6A51-CD9C-3F92B8C33FEA}"/>
              </a:ext>
            </a:extLst>
          </p:cNvPr>
          <p:cNvSpPr/>
          <p:nvPr/>
        </p:nvSpPr>
        <p:spPr>
          <a:xfrm>
            <a:off x="2286000" y="1016000"/>
            <a:ext cx="1828800" cy="1320800"/>
          </a:xfrm>
          <a:prstGeom prst="roundRect">
            <a:avLst/>
          </a:prstGeom>
          <a:solidFill>
            <a:srgbClr val="FFFFFF"/>
          </a:solidFill>
          <a:ln w="12700">
            <a:solidFill>
              <a:srgbClr val="B0B0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4" name="Rectangle 73">
            <a:extLst>
              <a:ext uri="{FF2B5EF4-FFF2-40B4-BE49-F238E27FC236}">
                <a16:creationId xmlns:a16="http://schemas.microsoft.com/office/drawing/2014/main" id="{626B1EB0-C045-678F-3051-13C55AB19B31}"/>
              </a:ext>
            </a:extLst>
          </p:cNvPr>
          <p:cNvSpPr/>
          <p:nvPr/>
        </p:nvSpPr>
        <p:spPr>
          <a:xfrm>
            <a:off x="320040" y="1016000"/>
            <a:ext cx="1828800" cy="1320800"/>
          </a:xfrm>
          <a:prstGeom prst="rect">
            <a:avLst/>
          </a:prstGeom>
          <a:solidFill>
            <a:srgbClr val="FFFFFF"/>
          </a:solidFill>
          <a:ln w="12700">
            <a:solidFill>
              <a:srgbClr val="B0B0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sp>
        <p:nvSpPr>
          <p:cNvPr id="75" name="Rectangle 74">
            <a:extLst>
              <a:ext uri="{FF2B5EF4-FFF2-40B4-BE49-F238E27FC236}">
                <a16:creationId xmlns:a16="http://schemas.microsoft.com/office/drawing/2014/main" id="{8C3093F3-98ED-6929-FB36-57DA5D45D9AD}"/>
              </a:ext>
            </a:extLst>
          </p:cNvPr>
          <p:cNvSpPr/>
          <p:nvPr/>
        </p:nvSpPr>
        <p:spPr>
          <a:xfrm>
            <a:off x="457200" y="2438400"/>
            <a:ext cx="11277600" cy="4114800"/>
          </a:xfrm>
          <a:prstGeom prst="rect">
            <a:avLst/>
          </a:prstGeom>
          <a:solidFill>
            <a:srgbClr val="F0F0F0"/>
          </a:solidFill>
          <a:ln w="12700">
            <a:solidFill>
              <a:srgbClr val="B0B0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sp>
        <p:nvSpPr>
          <p:cNvPr id="38" name="TextBox 37">
            <a:extLst>
              <a:ext uri="{FF2B5EF4-FFF2-40B4-BE49-F238E27FC236}">
                <a16:creationId xmlns:a16="http://schemas.microsoft.com/office/drawing/2014/main" id="{0E65A1AF-6161-838E-54F0-33F95198FF99}"/>
              </a:ext>
            </a:extLst>
          </p:cNvPr>
          <p:cNvSpPr txBox="1"/>
          <p:nvPr/>
        </p:nvSpPr>
        <p:spPr>
          <a:xfrm>
            <a:off x="7848600" y="4876800"/>
            <a:ext cx="939800" cy="279400"/>
          </a:xfrm>
          <a:prstGeom prst="rect">
            <a:avLst/>
          </a:prstGeom>
          <a:noFill/>
        </p:spPr>
        <p:txBody>
          <a:bodyPr vert="horz" rtlCol="0">
            <a:spAutoFit/>
          </a:bodyPr>
          <a:lstStyle/>
          <a:p>
            <a:pPr algn="r"/>
            <a:r>
              <a:rPr lang="en-AU" sz="1100">
                <a:solidFill>
                  <a:srgbClr val="1A1A1A"/>
                </a:solidFill>
                <a:latin typeface="Calibri" panose="020F0502020204030204" pitchFamily="34" charset="0"/>
              </a:rPr>
              <a:t>6–13 Oct</a:t>
            </a:r>
          </a:p>
        </p:txBody>
      </p:sp>
      <p:sp>
        <p:nvSpPr>
          <p:cNvPr id="37" name="TextBox 36">
            <a:extLst>
              <a:ext uri="{FF2B5EF4-FFF2-40B4-BE49-F238E27FC236}">
                <a16:creationId xmlns:a16="http://schemas.microsoft.com/office/drawing/2014/main" id="{C85D121F-C249-15B3-CC82-07E2DB41E7BC}"/>
              </a:ext>
            </a:extLst>
          </p:cNvPr>
          <p:cNvSpPr txBox="1"/>
          <p:nvPr/>
        </p:nvSpPr>
        <p:spPr>
          <a:xfrm>
            <a:off x="7251700" y="4267200"/>
            <a:ext cx="2044700" cy="279400"/>
          </a:xfrm>
          <a:prstGeom prst="rect">
            <a:avLst/>
          </a:prstGeom>
          <a:noFill/>
        </p:spPr>
        <p:txBody>
          <a:bodyPr vert="horz" rtlCol="0">
            <a:spAutoFit/>
          </a:bodyPr>
          <a:lstStyle/>
          <a:p>
            <a:pPr algn="ctr"/>
            <a:r>
              <a:rPr lang="en-AU" sz="1100">
                <a:solidFill>
                  <a:srgbClr val="FFFFFF"/>
                </a:solidFill>
                <a:latin typeface="Calibri" panose="020F0502020204030204" pitchFamily="34" charset="0"/>
              </a:rPr>
              <a:t>22 Sep – 10 Oct</a:t>
            </a:r>
          </a:p>
        </p:txBody>
      </p:sp>
      <p:sp>
        <p:nvSpPr>
          <p:cNvPr id="36" name="TextBox 35">
            <a:extLst>
              <a:ext uri="{FF2B5EF4-FFF2-40B4-BE49-F238E27FC236}">
                <a16:creationId xmlns:a16="http://schemas.microsoft.com/office/drawing/2014/main" id="{94C21485-7D4A-DDCA-AC09-7A69E1D8B935}"/>
              </a:ext>
            </a:extLst>
          </p:cNvPr>
          <p:cNvSpPr txBox="1"/>
          <p:nvPr/>
        </p:nvSpPr>
        <p:spPr>
          <a:xfrm>
            <a:off x="5664200" y="3657600"/>
            <a:ext cx="2044700" cy="279400"/>
          </a:xfrm>
          <a:prstGeom prst="rect">
            <a:avLst/>
          </a:prstGeom>
          <a:noFill/>
        </p:spPr>
        <p:txBody>
          <a:bodyPr vert="horz" rtlCol="0">
            <a:spAutoFit/>
          </a:bodyPr>
          <a:lstStyle/>
          <a:p>
            <a:pPr algn="ctr"/>
            <a:r>
              <a:rPr lang="en-AU" sz="1100">
                <a:solidFill>
                  <a:srgbClr val="FFFFFF"/>
                </a:solidFill>
                <a:latin typeface="Calibri" panose="020F0502020204030204" pitchFamily="34" charset="0"/>
              </a:rPr>
              <a:t>8–26 Sep</a:t>
            </a:r>
          </a:p>
        </p:txBody>
      </p:sp>
      <p:sp>
        <p:nvSpPr>
          <p:cNvPr id="34" name="TextBox 33">
            <a:extLst>
              <a:ext uri="{FF2B5EF4-FFF2-40B4-BE49-F238E27FC236}">
                <a16:creationId xmlns:a16="http://schemas.microsoft.com/office/drawing/2014/main" id="{D4BC4BA7-770D-2782-3B10-43139A8F792E}"/>
              </a:ext>
            </a:extLst>
          </p:cNvPr>
          <p:cNvSpPr txBox="1"/>
          <p:nvPr/>
        </p:nvSpPr>
        <p:spPr>
          <a:xfrm>
            <a:off x="3175000" y="3048000"/>
            <a:ext cx="2946400" cy="279400"/>
          </a:xfrm>
          <a:prstGeom prst="rect">
            <a:avLst/>
          </a:prstGeom>
          <a:noFill/>
        </p:spPr>
        <p:txBody>
          <a:bodyPr vert="horz" rtlCol="0">
            <a:spAutoFit/>
          </a:bodyPr>
          <a:lstStyle/>
          <a:p>
            <a:pPr algn="ctr"/>
            <a:r>
              <a:rPr lang="en-AU" sz="1100" dirty="0">
                <a:solidFill>
                  <a:srgbClr val="FFFFFF"/>
                </a:solidFill>
                <a:latin typeface="Calibri" panose="020F0502020204030204" pitchFamily="34" charset="0"/>
              </a:rPr>
              <a:t>17 Aug – 12 Sep</a:t>
            </a:r>
          </a:p>
        </p:txBody>
      </p:sp>
      <p:sp>
        <p:nvSpPr>
          <p:cNvPr id="43" name="TextBox 42">
            <a:extLst>
              <a:ext uri="{FF2B5EF4-FFF2-40B4-BE49-F238E27FC236}">
                <a16:creationId xmlns:a16="http://schemas.microsoft.com/office/drawing/2014/main" id="{9B5AE650-C9DB-F895-AA06-EECD3F523032}"/>
              </a:ext>
            </a:extLst>
          </p:cNvPr>
          <p:cNvSpPr txBox="1"/>
          <p:nvPr/>
        </p:nvSpPr>
        <p:spPr>
          <a:xfrm>
            <a:off x="393192" y="1346200"/>
            <a:ext cx="1682496" cy="507831"/>
          </a:xfrm>
          <a:prstGeom prst="rect">
            <a:avLst/>
          </a:prstGeom>
          <a:noFill/>
        </p:spPr>
        <p:txBody>
          <a:bodyPr wrap="square">
            <a:spAutoFit/>
          </a:bodyPr>
          <a:lstStyle/>
          <a:p>
            <a:pPr algn="ctr"/>
            <a:r>
              <a:rPr sz="1400" b="1" dirty="0">
                <a:solidFill>
                  <a:srgbClr val="000000"/>
                </a:solidFill>
                <a:latin typeface="Calibri" panose="020F0502020204030204" pitchFamily="34" charset="0"/>
              </a:rPr>
              <a:t>Freeze</a:t>
            </a:r>
            <a:r>
              <a:rPr sz="1300" b="1" dirty="0">
                <a:solidFill>
                  <a:srgbClr val="000000"/>
                </a:solidFill>
                <a:latin typeface="Calibri" panose="020F0502020204030204" pitchFamily="34" charset="0"/>
              </a:rPr>
              <a:t>
baseline</a:t>
            </a:r>
          </a:p>
        </p:txBody>
      </p:sp>
      <p:sp>
        <p:nvSpPr>
          <p:cNvPr id="41" name="TextBox 40">
            <a:extLst>
              <a:ext uri="{FF2B5EF4-FFF2-40B4-BE49-F238E27FC236}">
                <a16:creationId xmlns:a16="http://schemas.microsoft.com/office/drawing/2014/main" id="{AE103AFA-D8BC-0116-994F-8FBB680BD0ED}"/>
              </a:ext>
            </a:extLst>
          </p:cNvPr>
          <p:cNvSpPr txBox="1"/>
          <p:nvPr/>
        </p:nvSpPr>
        <p:spPr>
          <a:xfrm>
            <a:off x="393192" y="1066800"/>
            <a:ext cx="1682496" cy="276999"/>
          </a:xfrm>
          <a:prstGeom prst="rect">
            <a:avLst/>
          </a:prstGeom>
          <a:noFill/>
        </p:spPr>
        <p:txBody>
          <a:bodyPr wrap="square">
            <a:spAutoFit/>
          </a:bodyPr>
          <a:lstStyle/>
          <a:p>
            <a:pPr algn="ctr"/>
            <a:r>
              <a:rPr sz="1200" b="1">
                <a:solidFill>
                  <a:srgbClr val="000000"/>
                </a:solidFill>
                <a:latin typeface="Calibri" panose="020F0502020204030204" pitchFamily="34" charset="0"/>
              </a:rPr>
              <a:t>Step 1</a:t>
            </a:r>
          </a:p>
        </p:txBody>
      </p:sp>
      <p:sp>
        <p:nvSpPr>
          <p:cNvPr id="73" name="Right Arrow 24">
            <a:extLst>
              <a:ext uri="{FF2B5EF4-FFF2-40B4-BE49-F238E27FC236}">
                <a16:creationId xmlns:a16="http://schemas.microsoft.com/office/drawing/2014/main" id="{AC94C101-8CB4-9621-5C77-6C2DFC635CF8}"/>
              </a:ext>
            </a:extLst>
          </p:cNvPr>
          <p:cNvSpPr/>
          <p:nvPr/>
        </p:nvSpPr>
        <p:spPr>
          <a:xfrm>
            <a:off x="10030968" y="1562100"/>
            <a:ext cx="128016" cy="228600"/>
          </a:xfrm>
          <a:prstGeom prst="rightArrow">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1" name="Right Arrow 20">
            <a:extLst>
              <a:ext uri="{FF2B5EF4-FFF2-40B4-BE49-F238E27FC236}">
                <a16:creationId xmlns:a16="http://schemas.microsoft.com/office/drawing/2014/main" id="{2BBE5CFA-5D20-54AE-D6A6-8EAC4A705953}"/>
              </a:ext>
            </a:extLst>
          </p:cNvPr>
          <p:cNvSpPr/>
          <p:nvPr/>
        </p:nvSpPr>
        <p:spPr>
          <a:xfrm>
            <a:off x="8065008" y="1562100"/>
            <a:ext cx="128016" cy="228600"/>
          </a:xfrm>
          <a:prstGeom prst="rightArrow">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9" name="Right Arrow 16">
            <a:extLst>
              <a:ext uri="{FF2B5EF4-FFF2-40B4-BE49-F238E27FC236}">
                <a16:creationId xmlns:a16="http://schemas.microsoft.com/office/drawing/2014/main" id="{79E3DD1B-DA44-039A-B62B-C5E14BCABAB3}"/>
              </a:ext>
            </a:extLst>
          </p:cNvPr>
          <p:cNvSpPr/>
          <p:nvPr/>
        </p:nvSpPr>
        <p:spPr>
          <a:xfrm>
            <a:off x="6099048" y="1562100"/>
            <a:ext cx="128016" cy="228600"/>
          </a:xfrm>
          <a:prstGeom prst="rightArrow">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7" name="Right Arrow 12">
            <a:extLst>
              <a:ext uri="{FF2B5EF4-FFF2-40B4-BE49-F238E27FC236}">
                <a16:creationId xmlns:a16="http://schemas.microsoft.com/office/drawing/2014/main" id="{85F6FFD5-619E-6870-089E-39B832B14FD8}"/>
              </a:ext>
            </a:extLst>
          </p:cNvPr>
          <p:cNvSpPr/>
          <p:nvPr/>
        </p:nvSpPr>
        <p:spPr>
          <a:xfrm>
            <a:off x="4133088" y="1562100"/>
            <a:ext cx="128016" cy="228600"/>
          </a:xfrm>
          <a:prstGeom prst="rightArrow">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5" name="Right Arrow 8">
            <a:extLst>
              <a:ext uri="{FF2B5EF4-FFF2-40B4-BE49-F238E27FC236}">
                <a16:creationId xmlns:a16="http://schemas.microsoft.com/office/drawing/2014/main" id="{720B069C-A368-B361-1E8D-D163B06E9A08}"/>
              </a:ext>
            </a:extLst>
          </p:cNvPr>
          <p:cNvSpPr/>
          <p:nvPr/>
        </p:nvSpPr>
        <p:spPr>
          <a:xfrm>
            <a:off x="2167128" y="1562100"/>
            <a:ext cx="128016" cy="228600"/>
          </a:xfrm>
          <a:prstGeom prst="rightArrow">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63" name="TextBox 62">
            <a:extLst>
              <a:ext uri="{FF2B5EF4-FFF2-40B4-BE49-F238E27FC236}">
                <a16:creationId xmlns:a16="http://schemas.microsoft.com/office/drawing/2014/main" id="{0A890534-AB8E-828A-6375-69864BE1CB03}"/>
              </a:ext>
            </a:extLst>
          </p:cNvPr>
          <p:cNvSpPr txBox="1"/>
          <p:nvPr/>
        </p:nvSpPr>
        <p:spPr>
          <a:xfrm>
            <a:off x="10222992" y="1346199"/>
            <a:ext cx="1682496" cy="523220"/>
          </a:xfrm>
          <a:prstGeom prst="rect">
            <a:avLst/>
          </a:prstGeom>
          <a:noFill/>
        </p:spPr>
        <p:txBody>
          <a:bodyPr wrap="square">
            <a:spAutoFit/>
          </a:bodyPr>
          <a:lstStyle/>
          <a:p>
            <a:pPr algn="ctr"/>
            <a:r>
              <a:rPr sz="1400" b="1" dirty="0">
                <a:solidFill>
                  <a:srgbClr val="000000"/>
                </a:solidFill>
                <a:latin typeface="Calibri" panose="020F0502020204030204" pitchFamily="34" charset="0"/>
              </a:rPr>
              <a:t>Decision
</a:t>
            </a:r>
          </a:p>
        </p:txBody>
      </p:sp>
      <p:sp>
        <p:nvSpPr>
          <p:cNvPr id="61" name="TextBox 60">
            <a:extLst>
              <a:ext uri="{FF2B5EF4-FFF2-40B4-BE49-F238E27FC236}">
                <a16:creationId xmlns:a16="http://schemas.microsoft.com/office/drawing/2014/main" id="{A1F960B6-FF1C-E9FE-4365-85552BA912ED}"/>
              </a:ext>
            </a:extLst>
          </p:cNvPr>
          <p:cNvSpPr txBox="1"/>
          <p:nvPr/>
        </p:nvSpPr>
        <p:spPr>
          <a:xfrm>
            <a:off x="10222992" y="1066800"/>
            <a:ext cx="1682496" cy="276999"/>
          </a:xfrm>
          <a:prstGeom prst="rect">
            <a:avLst/>
          </a:prstGeom>
          <a:noFill/>
        </p:spPr>
        <p:txBody>
          <a:bodyPr wrap="square">
            <a:spAutoFit/>
          </a:bodyPr>
          <a:lstStyle/>
          <a:p>
            <a:pPr algn="ctr"/>
            <a:r>
              <a:rPr sz="1200" b="1">
                <a:solidFill>
                  <a:srgbClr val="000000"/>
                </a:solidFill>
                <a:latin typeface="Calibri" panose="020F0502020204030204" pitchFamily="34" charset="0"/>
              </a:rPr>
              <a:t>Step 6</a:t>
            </a:r>
          </a:p>
        </p:txBody>
      </p:sp>
      <p:sp>
        <p:nvSpPr>
          <p:cNvPr id="59" name="TextBox 58">
            <a:extLst>
              <a:ext uri="{FF2B5EF4-FFF2-40B4-BE49-F238E27FC236}">
                <a16:creationId xmlns:a16="http://schemas.microsoft.com/office/drawing/2014/main" id="{2E676ECB-A328-6D45-5095-79FAF755D4C6}"/>
              </a:ext>
            </a:extLst>
          </p:cNvPr>
          <p:cNvSpPr txBox="1"/>
          <p:nvPr/>
        </p:nvSpPr>
        <p:spPr>
          <a:xfrm>
            <a:off x="8257032" y="1346199"/>
            <a:ext cx="1682496" cy="738664"/>
          </a:xfrm>
          <a:prstGeom prst="rect">
            <a:avLst/>
          </a:prstGeom>
          <a:noFill/>
        </p:spPr>
        <p:txBody>
          <a:bodyPr wrap="square">
            <a:spAutoFit/>
          </a:bodyPr>
          <a:lstStyle/>
          <a:p>
            <a:pPr algn="ctr"/>
            <a:r>
              <a:rPr lang="en-AU" sz="1400" b="1" dirty="0">
                <a:solidFill>
                  <a:srgbClr val="000000"/>
                </a:solidFill>
                <a:latin typeface="Calibri" panose="020F0502020204030204" pitchFamily="34" charset="0"/>
              </a:rPr>
              <a:t>Hyperparameter Settings
+ stagger</a:t>
            </a:r>
            <a:endParaRPr sz="1400" b="1" dirty="0">
              <a:solidFill>
                <a:srgbClr val="000000"/>
              </a:solidFill>
              <a:latin typeface="Calibri" panose="020F0502020204030204" pitchFamily="34" charset="0"/>
            </a:endParaRPr>
          </a:p>
        </p:txBody>
      </p:sp>
      <p:sp>
        <p:nvSpPr>
          <p:cNvPr id="57" name="TextBox 56">
            <a:extLst>
              <a:ext uri="{FF2B5EF4-FFF2-40B4-BE49-F238E27FC236}">
                <a16:creationId xmlns:a16="http://schemas.microsoft.com/office/drawing/2014/main" id="{F28E78D7-709A-E3B6-5CF8-ADF0117908BD}"/>
              </a:ext>
            </a:extLst>
          </p:cNvPr>
          <p:cNvSpPr txBox="1"/>
          <p:nvPr/>
        </p:nvSpPr>
        <p:spPr>
          <a:xfrm>
            <a:off x="8257032" y="1066800"/>
            <a:ext cx="1682496" cy="276999"/>
          </a:xfrm>
          <a:prstGeom prst="rect">
            <a:avLst/>
          </a:prstGeom>
          <a:noFill/>
        </p:spPr>
        <p:txBody>
          <a:bodyPr wrap="square">
            <a:spAutoFit/>
          </a:bodyPr>
          <a:lstStyle/>
          <a:p>
            <a:pPr algn="ctr"/>
            <a:r>
              <a:rPr sz="1200" b="1">
                <a:solidFill>
                  <a:srgbClr val="000000"/>
                </a:solidFill>
                <a:latin typeface="Calibri" panose="020F0502020204030204" pitchFamily="34" charset="0"/>
              </a:rPr>
              <a:t>Step 5</a:t>
            </a:r>
          </a:p>
        </p:txBody>
      </p:sp>
      <p:sp>
        <p:nvSpPr>
          <p:cNvPr id="55" name="TextBox 54">
            <a:extLst>
              <a:ext uri="{FF2B5EF4-FFF2-40B4-BE49-F238E27FC236}">
                <a16:creationId xmlns:a16="http://schemas.microsoft.com/office/drawing/2014/main" id="{669EDBC8-D9AC-DA24-72CC-3D8D27CEF1B7}"/>
              </a:ext>
            </a:extLst>
          </p:cNvPr>
          <p:cNvSpPr txBox="1"/>
          <p:nvPr/>
        </p:nvSpPr>
        <p:spPr>
          <a:xfrm>
            <a:off x="6291072" y="1346200"/>
            <a:ext cx="1682496" cy="738664"/>
          </a:xfrm>
          <a:prstGeom prst="rect">
            <a:avLst/>
          </a:prstGeom>
          <a:noFill/>
        </p:spPr>
        <p:txBody>
          <a:bodyPr wrap="square">
            <a:spAutoFit/>
          </a:bodyPr>
          <a:lstStyle/>
          <a:p>
            <a:pPr algn="ctr"/>
            <a:r>
              <a:rPr lang="en-AU" sz="1400" b="1" dirty="0">
                <a:solidFill>
                  <a:srgbClr val="000000"/>
                </a:solidFill>
                <a:latin typeface="Calibri" panose="020F0502020204030204" pitchFamily="34" charset="0"/>
              </a:rPr>
              <a:t>Operational and logistic </a:t>
            </a:r>
            <a:r>
              <a:rPr sz="1400" b="1" dirty="0">
                <a:solidFill>
                  <a:srgbClr val="000000"/>
                </a:solidFill>
                <a:latin typeface="Calibri" panose="020F0502020204030204" pitchFamily="34" charset="0"/>
              </a:rPr>
              <a:t>Constraint</a:t>
            </a:r>
            <a:r>
              <a:rPr lang="en-AU" sz="1400" b="1" dirty="0">
                <a:solidFill>
                  <a:srgbClr val="000000"/>
                </a:solidFill>
                <a:latin typeface="Calibri" panose="020F0502020204030204" pitchFamily="34" charset="0"/>
              </a:rPr>
              <a:t>s</a:t>
            </a:r>
            <a:r>
              <a:rPr sz="1400" b="1" dirty="0">
                <a:solidFill>
                  <a:srgbClr val="000000"/>
                </a:solidFill>
                <a:latin typeface="Calibri" panose="020F0502020204030204" pitchFamily="34" charset="0"/>
              </a:rPr>
              <a:t>
</a:t>
            </a:r>
          </a:p>
        </p:txBody>
      </p:sp>
      <p:sp>
        <p:nvSpPr>
          <p:cNvPr id="53" name="TextBox 52">
            <a:extLst>
              <a:ext uri="{FF2B5EF4-FFF2-40B4-BE49-F238E27FC236}">
                <a16:creationId xmlns:a16="http://schemas.microsoft.com/office/drawing/2014/main" id="{B164EC62-76CD-46AB-338A-B6A79EA88B58}"/>
              </a:ext>
            </a:extLst>
          </p:cNvPr>
          <p:cNvSpPr txBox="1"/>
          <p:nvPr/>
        </p:nvSpPr>
        <p:spPr>
          <a:xfrm>
            <a:off x="6291072" y="1066800"/>
            <a:ext cx="1682496" cy="276999"/>
          </a:xfrm>
          <a:prstGeom prst="rect">
            <a:avLst/>
          </a:prstGeom>
          <a:noFill/>
        </p:spPr>
        <p:txBody>
          <a:bodyPr wrap="square">
            <a:spAutoFit/>
          </a:bodyPr>
          <a:lstStyle/>
          <a:p>
            <a:pPr algn="ctr"/>
            <a:r>
              <a:rPr sz="1200" b="1">
                <a:solidFill>
                  <a:srgbClr val="000000"/>
                </a:solidFill>
                <a:latin typeface="Calibri" panose="020F0502020204030204" pitchFamily="34" charset="0"/>
              </a:rPr>
              <a:t>Step 4</a:t>
            </a:r>
          </a:p>
        </p:txBody>
      </p:sp>
      <p:sp>
        <p:nvSpPr>
          <p:cNvPr id="51" name="TextBox 50">
            <a:extLst>
              <a:ext uri="{FF2B5EF4-FFF2-40B4-BE49-F238E27FC236}">
                <a16:creationId xmlns:a16="http://schemas.microsoft.com/office/drawing/2014/main" id="{944D2D9D-8A48-3A40-71E5-99BF312F3166}"/>
              </a:ext>
            </a:extLst>
          </p:cNvPr>
          <p:cNvSpPr txBox="1"/>
          <p:nvPr/>
        </p:nvSpPr>
        <p:spPr>
          <a:xfrm>
            <a:off x="4325112" y="1346200"/>
            <a:ext cx="1682496" cy="954107"/>
          </a:xfrm>
          <a:prstGeom prst="rect">
            <a:avLst/>
          </a:prstGeom>
          <a:noFill/>
        </p:spPr>
        <p:txBody>
          <a:bodyPr wrap="square">
            <a:spAutoFit/>
          </a:bodyPr>
          <a:lstStyle/>
          <a:p>
            <a:pPr algn="ctr"/>
            <a:r>
              <a:rPr lang="en-US" sz="1400" b="1" dirty="0">
                <a:solidFill>
                  <a:srgbClr val="000000"/>
                </a:solidFill>
                <a:latin typeface="Calibri" panose="020F0502020204030204" pitchFamily="34" charset="0"/>
              </a:rPr>
              <a:t>Fair scoring (multiple runs)
for worse moves and comparing</a:t>
            </a:r>
            <a:endParaRPr sz="1400" b="1" dirty="0">
              <a:solidFill>
                <a:srgbClr val="000000"/>
              </a:solidFill>
              <a:latin typeface="Calibri" panose="020F0502020204030204" pitchFamily="34" charset="0"/>
            </a:endParaRPr>
          </a:p>
        </p:txBody>
      </p:sp>
      <p:sp>
        <p:nvSpPr>
          <p:cNvPr id="49" name="TextBox 48">
            <a:extLst>
              <a:ext uri="{FF2B5EF4-FFF2-40B4-BE49-F238E27FC236}">
                <a16:creationId xmlns:a16="http://schemas.microsoft.com/office/drawing/2014/main" id="{DAE12CC1-68CB-9062-524B-87873EC6DB9B}"/>
              </a:ext>
            </a:extLst>
          </p:cNvPr>
          <p:cNvSpPr txBox="1"/>
          <p:nvPr/>
        </p:nvSpPr>
        <p:spPr>
          <a:xfrm>
            <a:off x="4325112" y="1066800"/>
            <a:ext cx="1682496" cy="276999"/>
          </a:xfrm>
          <a:prstGeom prst="rect">
            <a:avLst/>
          </a:prstGeom>
          <a:noFill/>
        </p:spPr>
        <p:txBody>
          <a:bodyPr wrap="square">
            <a:spAutoFit/>
          </a:bodyPr>
          <a:lstStyle/>
          <a:p>
            <a:pPr algn="ctr"/>
            <a:r>
              <a:rPr sz="1200" b="1">
                <a:solidFill>
                  <a:srgbClr val="000000"/>
                </a:solidFill>
                <a:latin typeface="Calibri" panose="020F0502020204030204" pitchFamily="34" charset="0"/>
              </a:rPr>
              <a:t>Step 3</a:t>
            </a:r>
          </a:p>
        </p:txBody>
      </p:sp>
      <p:sp>
        <p:nvSpPr>
          <p:cNvPr id="47" name="TextBox 46">
            <a:extLst>
              <a:ext uri="{FF2B5EF4-FFF2-40B4-BE49-F238E27FC236}">
                <a16:creationId xmlns:a16="http://schemas.microsoft.com/office/drawing/2014/main" id="{40CFAE8D-0B9D-CA94-9DF7-6EB40900E590}"/>
              </a:ext>
            </a:extLst>
          </p:cNvPr>
          <p:cNvSpPr txBox="1"/>
          <p:nvPr/>
        </p:nvSpPr>
        <p:spPr>
          <a:xfrm>
            <a:off x="2359152" y="1346199"/>
            <a:ext cx="1682496" cy="523220"/>
          </a:xfrm>
          <a:prstGeom prst="rect">
            <a:avLst/>
          </a:prstGeom>
          <a:noFill/>
        </p:spPr>
        <p:txBody>
          <a:bodyPr wrap="square">
            <a:spAutoFit/>
          </a:bodyPr>
          <a:lstStyle/>
          <a:p>
            <a:pPr algn="ctr"/>
            <a:r>
              <a:rPr lang="en-AU" sz="1400" b="1" dirty="0">
                <a:solidFill>
                  <a:srgbClr val="000000"/>
                </a:solidFill>
                <a:latin typeface="Calibri" panose="020F0502020204030204" pitchFamily="34" charset="0"/>
              </a:rPr>
              <a:t>Allow
worse moves</a:t>
            </a:r>
            <a:endParaRPr sz="1400" b="1" dirty="0">
              <a:solidFill>
                <a:srgbClr val="000000"/>
              </a:solidFill>
              <a:latin typeface="Calibri" panose="020F0502020204030204" pitchFamily="34" charset="0"/>
            </a:endParaRPr>
          </a:p>
        </p:txBody>
      </p:sp>
      <p:sp>
        <p:nvSpPr>
          <p:cNvPr id="45" name="TextBox 44">
            <a:extLst>
              <a:ext uri="{FF2B5EF4-FFF2-40B4-BE49-F238E27FC236}">
                <a16:creationId xmlns:a16="http://schemas.microsoft.com/office/drawing/2014/main" id="{7B66F567-64D9-118C-46A4-ADE0877A54A8}"/>
              </a:ext>
            </a:extLst>
          </p:cNvPr>
          <p:cNvSpPr txBox="1"/>
          <p:nvPr/>
        </p:nvSpPr>
        <p:spPr>
          <a:xfrm>
            <a:off x="2359152" y="1066800"/>
            <a:ext cx="1682496" cy="276999"/>
          </a:xfrm>
          <a:prstGeom prst="rect">
            <a:avLst/>
          </a:prstGeom>
          <a:noFill/>
        </p:spPr>
        <p:txBody>
          <a:bodyPr wrap="square">
            <a:spAutoFit/>
          </a:bodyPr>
          <a:lstStyle/>
          <a:p>
            <a:pPr algn="ctr"/>
            <a:r>
              <a:rPr sz="1200" b="1">
                <a:solidFill>
                  <a:srgbClr val="000000"/>
                </a:solidFill>
                <a:latin typeface="Calibri" panose="020F0502020204030204" pitchFamily="34" charset="0"/>
              </a:rPr>
              <a:t>Step 2</a:t>
            </a:r>
          </a:p>
        </p:txBody>
      </p:sp>
      <p:sp>
        <p:nvSpPr>
          <p:cNvPr id="15" name="Rectangle 14">
            <a:extLst>
              <a:ext uri="{FF2B5EF4-FFF2-40B4-BE49-F238E27FC236}">
                <a16:creationId xmlns:a16="http://schemas.microsoft.com/office/drawing/2014/main" id="{6EB64553-8673-10B5-B887-A42DE9D84609}"/>
              </a:ext>
            </a:extLst>
          </p:cNvPr>
          <p:cNvSpPr/>
          <p:nvPr/>
        </p:nvSpPr>
        <p:spPr>
          <a:xfrm>
            <a:off x="8272780" y="2794000"/>
            <a:ext cx="15240" cy="3048000"/>
          </a:xfrm>
          <a:prstGeom prst="rect">
            <a:avLst/>
          </a:prstGeom>
          <a:solidFill>
            <a:srgbClr val="B0B0B0"/>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sp>
        <p:nvSpPr>
          <p:cNvPr id="14" name="Rectangle 13">
            <a:extLst>
              <a:ext uri="{FF2B5EF4-FFF2-40B4-BE49-F238E27FC236}">
                <a16:creationId xmlns:a16="http://schemas.microsoft.com/office/drawing/2014/main" id="{931F78B7-FD8B-1C82-AB3B-34215855C779}"/>
              </a:ext>
            </a:extLst>
          </p:cNvPr>
          <p:cNvSpPr/>
          <p:nvPr/>
        </p:nvSpPr>
        <p:spPr>
          <a:xfrm>
            <a:off x="4874260" y="2794000"/>
            <a:ext cx="15240" cy="3048000"/>
          </a:xfrm>
          <a:prstGeom prst="rect">
            <a:avLst/>
          </a:prstGeom>
          <a:solidFill>
            <a:srgbClr val="B0B0B0"/>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sp>
        <p:nvSpPr>
          <p:cNvPr id="13" name="TextBox 12">
            <a:extLst>
              <a:ext uri="{FF2B5EF4-FFF2-40B4-BE49-F238E27FC236}">
                <a16:creationId xmlns:a16="http://schemas.microsoft.com/office/drawing/2014/main" id="{9D2306AB-0899-92CB-8E3B-4D2D40D2C6AB}"/>
              </a:ext>
            </a:extLst>
          </p:cNvPr>
          <p:cNvSpPr txBox="1"/>
          <p:nvPr/>
        </p:nvSpPr>
        <p:spPr>
          <a:xfrm>
            <a:off x="10414000" y="2539999"/>
            <a:ext cx="1117600" cy="279400"/>
          </a:xfrm>
          <a:prstGeom prst="rect">
            <a:avLst/>
          </a:prstGeom>
          <a:noFill/>
        </p:spPr>
        <p:txBody>
          <a:bodyPr vert="horz" rtlCol="0">
            <a:spAutoFit/>
          </a:bodyPr>
          <a:lstStyle/>
          <a:p>
            <a:pPr algn="r"/>
            <a:r>
              <a:rPr lang="en-AU" sz="1200" b="1">
                <a:solidFill>
                  <a:srgbClr val="000000"/>
                </a:solidFill>
                <a:latin typeface="Calibri" panose="020F0502020204030204" pitchFamily="34" charset="0"/>
              </a:rPr>
              <a:t>30 Oct</a:t>
            </a:r>
          </a:p>
        </p:txBody>
      </p:sp>
      <p:sp>
        <p:nvSpPr>
          <p:cNvPr id="12" name="TextBox 11">
            <a:extLst>
              <a:ext uri="{FF2B5EF4-FFF2-40B4-BE49-F238E27FC236}">
                <a16:creationId xmlns:a16="http://schemas.microsoft.com/office/drawing/2014/main" id="{C0A0EAFE-AC56-9EA3-4283-8D98034887CD}"/>
              </a:ext>
            </a:extLst>
          </p:cNvPr>
          <p:cNvSpPr txBox="1"/>
          <p:nvPr/>
        </p:nvSpPr>
        <p:spPr>
          <a:xfrm>
            <a:off x="8267700" y="2539999"/>
            <a:ext cx="1016000" cy="279400"/>
          </a:xfrm>
          <a:prstGeom prst="rect">
            <a:avLst/>
          </a:prstGeom>
          <a:noFill/>
        </p:spPr>
        <p:txBody>
          <a:bodyPr vert="horz" rtlCol="0">
            <a:spAutoFit/>
          </a:bodyPr>
          <a:lstStyle/>
          <a:p>
            <a:r>
              <a:rPr lang="en-AU" sz="1200" b="1">
                <a:solidFill>
                  <a:srgbClr val="000000"/>
                </a:solidFill>
                <a:latin typeface="Calibri" panose="020F0502020204030204" pitchFamily="34" charset="0"/>
              </a:rPr>
              <a:t>Oct</a:t>
            </a:r>
          </a:p>
        </p:txBody>
      </p:sp>
      <p:sp>
        <p:nvSpPr>
          <p:cNvPr id="11" name="TextBox 10">
            <a:extLst>
              <a:ext uri="{FF2B5EF4-FFF2-40B4-BE49-F238E27FC236}">
                <a16:creationId xmlns:a16="http://schemas.microsoft.com/office/drawing/2014/main" id="{290ACA07-7AAE-ADC8-9419-0E417E976C2D}"/>
              </a:ext>
            </a:extLst>
          </p:cNvPr>
          <p:cNvSpPr txBox="1"/>
          <p:nvPr/>
        </p:nvSpPr>
        <p:spPr>
          <a:xfrm>
            <a:off x="4876800" y="2539999"/>
            <a:ext cx="1016000" cy="279400"/>
          </a:xfrm>
          <a:prstGeom prst="rect">
            <a:avLst/>
          </a:prstGeom>
          <a:noFill/>
        </p:spPr>
        <p:txBody>
          <a:bodyPr vert="horz" rtlCol="0">
            <a:spAutoFit/>
          </a:bodyPr>
          <a:lstStyle/>
          <a:p>
            <a:r>
              <a:rPr lang="en-AU" sz="1200" b="1">
                <a:solidFill>
                  <a:srgbClr val="000000"/>
                </a:solidFill>
                <a:latin typeface="Calibri" panose="020F0502020204030204" pitchFamily="34" charset="0"/>
              </a:rPr>
              <a:t>Sep</a:t>
            </a:r>
          </a:p>
        </p:txBody>
      </p:sp>
      <p:sp>
        <p:nvSpPr>
          <p:cNvPr id="10" name="TextBox 9">
            <a:extLst>
              <a:ext uri="{FF2B5EF4-FFF2-40B4-BE49-F238E27FC236}">
                <a16:creationId xmlns:a16="http://schemas.microsoft.com/office/drawing/2014/main" id="{B2DEDB76-8031-1DC7-9828-33BFF8D17467}"/>
              </a:ext>
            </a:extLst>
          </p:cNvPr>
          <p:cNvSpPr txBox="1"/>
          <p:nvPr/>
        </p:nvSpPr>
        <p:spPr>
          <a:xfrm>
            <a:off x="3175000" y="2539999"/>
            <a:ext cx="1143000" cy="279400"/>
          </a:xfrm>
          <a:prstGeom prst="rect">
            <a:avLst/>
          </a:prstGeom>
          <a:noFill/>
        </p:spPr>
        <p:txBody>
          <a:bodyPr vert="horz" rtlCol="0">
            <a:spAutoFit/>
          </a:bodyPr>
          <a:lstStyle/>
          <a:p>
            <a:r>
              <a:rPr lang="en-AU" sz="1200" b="1">
                <a:solidFill>
                  <a:srgbClr val="000000"/>
                </a:solidFill>
                <a:latin typeface="Calibri" panose="020F0502020204030204" pitchFamily="34" charset="0"/>
              </a:rPr>
              <a:t>17 Aug</a:t>
            </a:r>
          </a:p>
        </p:txBody>
      </p:sp>
      <p:sp>
        <p:nvSpPr>
          <p:cNvPr id="33" name="Rectangle 32">
            <a:extLst>
              <a:ext uri="{FF2B5EF4-FFF2-40B4-BE49-F238E27FC236}">
                <a16:creationId xmlns:a16="http://schemas.microsoft.com/office/drawing/2014/main" id="{1C5CCA4B-A56A-DAA4-12B5-DE3A1A9D1CE2}"/>
              </a:ext>
            </a:extLst>
          </p:cNvPr>
          <p:cNvSpPr/>
          <p:nvPr/>
        </p:nvSpPr>
        <p:spPr>
          <a:xfrm>
            <a:off x="9626600" y="5486400"/>
            <a:ext cx="1930400" cy="254000"/>
          </a:xfrm>
          <a:prstGeom prst="rect">
            <a:avLst/>
          </a:prstGeom>
          <a:solidFill>
            <a:srgbClr val="FFFFFF"/>
          </a:solidFill>
          <a:ln w="1905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sp>
        <p:nvSpPr>
          <p:cNvPr id="32" name="Rectangle 31">
            <a:extLst>
              <a:ext uri="{FF2B5EF4-FFF2-40B4-BE49-F238E27FC236}">
                <a16:creationId xmlns:a16="http://schemas.microsoft.com/office/drawing/2014/main" id="{4AF5DDB5-DE64-D598-36CD-B4A7C8EC8941}"/>
              </a:ext>
            </a:extLst>
          </p:cNvPr>
          <p:cNvSpPr/>
          <p:nvPr/>
        </p:nvSpPr>
        <p:spPr>
          <a:xfrm>
            <a:off x="8839200" y="4876800"/>
            <a:ext cx="787400" cy="279400"/>
          </a:xfrm>
          <a:prstGeom prst="rect">
            <a:avLst/>
          </a:prstGeom>
          <a:solidFill>
            <a:srgbClr val="000000"/>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sp>
        <p:nvSpPr>
          <p:cNvPr id="31" name="Rectangle 30">
            <a:extLst>
              <a:ext uri="{FF2B5EF4-FFF2-40B4-BE49-F238E27FC236}">
                <a16:creationId xmlns:a16="http://schemas.microsoft.com/office/drawing/2014/main" id="{B635DC96-53EE-A7CD-650D-A7F49868C327}"/>
              </a:ext>
            </a:extLst>
          </p:cNvPr>
          <p:cNvSpPr/>
          <p:nvPr/>
        </p:nvSpPr>
        <p:spPr>
          <a:xfrm>
            <a:off x="7251700" y="4267200"/>
            <a:ext cx="2044700" cy="279400"/>
          </a:xfrm>
          <a:prstGeom prst="rect">
            <a:avLst/>
          </a:prstGeom>
          <a:solidFill>
            <a:srgbClr val="4A4A4A"/>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sp>
        <p:nvSpPr>
          <p:cNvPr id="30" name="Rectangle 29">
            <a:extLst>
              <a:ext uri="{FF2B5EF4-FFF2-40B4-BE49-F238E27FC236}">
                <a16:creationId xmlns:a16="http://schemas.microsoft.com/office/drawing/2014/main" id="{80D82169-BE2A-2A74-E4A3-F3712DD73A96}"/>
              </a:ext>
            </a:extLst>
          </p:cNvPr>
          <p:cNvSpPr/>
          <p:nvPr/>
        </p:nvSpPr>
        <p:spPr>
          <a:xfrm>
            <a:off x="5664200" y="3657600"/>
            <a:ext cx="2044700" cy="279400"/>
          </a:xfrm>
          <a:prstGeom prst="rect">
            <a:avLst/>
          </a:prstGeom>
          <a:solidFill>
            <a:srgbClr val="4A4A4A"/>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sp>
        <p:nvSpPr>
          <p:cNvPr id="28" name="Rectangle 27">
            <a:extLst>
              <a:ext uri="{FF2B5EF4-FFF2-40B4-BE49-F238E27FC236}">
                <a16:creationId xmlns:a16="http://schemas.microsoft.com/office/drawing/2014/main" id="{F63B9FD8-214E-A721-08A1-3224D4C154DC}"/>
              </a:ext>
            </a:extLst>
          </p:cNvPr>
          <p:cNvSpPr/>
          <p:nvPr/>
        </p:nvSpPr>
        <p:spPr>
          <a:xfrm>
            <a:off x="3175000" y="3048000"/>
            <a:ext cx="2946400" cy="279400"/>
          </a:xfrm>
          <a:prstGeom prst="rect">
            <a:avLst/>
          </a:prstGeom>
          <a:solidFill>
            <a:srgbClr val="000000"/>
          </a:solidFill>
          <a:ln w="9525" cap="flat" cmpd="sng" algn="ctr">
            <a:noFill/>
            <a:prstDash val="solid"/>
          </a:ln>
          <a:effectLst>
            <a:outerShdw blurRad="40000" dist="23000" dir="5400000" rotWithShape="0">
              <a:srgbClr val="000000">
                <a:alpha val="35000"/>
              </a:srgbClr>
            </a:outerShdw>
          </a:effectLst>
          <a:extLst>
            <a:ext uri="{91240B29-F687-4F45-9708-019B960494DF}">
              <a14:hiddenLine xmlns:a14="http://schemas.microsoft.com/office/drawing/2010/main" w="9525" cap="flat" cmpd="sng" algn="ctr">
                <a:solidFill>
                  <a:schemeClr val="accent1">
                    <a:shade val="95000"/>
                    <a:satMod val="105000"/>
                  </a:schemeClr>
                </a:solidFill>
                <a:prstDash val="solid"/>
              </a14:hiddenLine>
            </a:ext>
          </a:ex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AU"/>
          </a:p>
        </p:txBody>
      </p:sp>
      <p:sp>
        <p:nvSpPr>
          <p:cNvPr id="21" name="TextBox 20">
            <a:extLst>
              <a:ext uri="{FF2B5EF4-FFF2-40B4-BE49-F238E27FC236}">
                <a16:creationId xmlns:a16="http://schemas.microsoft.com/office/drawing/2014/main" id="{BC22C3EF-1F54-6351-ECC8-862784E39B76}"/>
              </a:ext>
            </a:extLst>
          </p:cNvPr>
          <p:cNvSpPr txBox="1"/>
          <p:nvPr/>
        </p:nvSpPr>
        <p:spPr>
          <a:xfrm>
            <a:off x="609600" y="5435600"/>
            <a:ext cx="2489200" cy="304800"/>
          </a:xfrm>
          <a:prstGeom prst="rect">
            <a:avLst/>
          </a:prstGeom>
          <a:noFill/>
        </p:spPr>
        <p:txBody>
          <a:bodyPr vert="horz" rtlCol="0">
            <a:spAutoFit/>
          </a:bodyPr>
          <a:lstStyle/>
          <a:p>
            <a:r>
              <a:rPr lang="en-AU" sz="1400" b="1" dirty="0">
                <a:solidFill>
                  <a:srgbClr val="000000"/>
                </a:solidFill>
                <a:latin typeface="Calibri" panose="020F0502020204030204" pitchFamily="34" charset="0"/>
              </a:rPr>
              <a:t>H</a:t>
            </a:r>
            <a:r>
              <a:rPr lang="en-AU" sz="1400" b="1">
                <a:solidFill>
                  <a:srgbClr val="000000"/>
                </a:solidFill>
                <a:latin typeface="Calibri" panose="020F0502020204030204" pitchFamily="34" charset="0"/>
              </a:rPr>
              <a:t>andover </a:t>
            </a:r>
            <a:r>
              <a:rPr lang="en-AU" sz="1400" b="1" dirty="0">
                <a:solidFill>
                  <a:srgbClr val="000000"/>
                </a:solidFill>
                <a:latin typeface="Calibri" panose="020F0502020204030204" pitchFamily="34" charset="0"/>
              </a:rPr>
              <a:t>document</a:t>
            </a:r>
          </a:p>
        </p:txBody>
      </p:sp>
      <p:sp>
        <p:nvSpPr>
          <p:cNvPr id="20" name="TextBox 19">
            <a:extLst>
              <a:ext uri="{FF2B5EF4-FFF2-40B4-BE49-F238E27FC236}">
                <a16:creationId xmlns:a16="http://schemas.microsoft.com/office/drawing/2014/main" id="{B7C52531-282D-9B12-BAE1-5F8200654CBA}"/>
              </a:ext>
            </a:extLst>
          </p:cNvPr>
          <p:cNvSpPr txBox="1"/>
          <p:nvPr/>
        </p:nvSpPr>
        <p:spPr>
          <a:xfrm>
            <a:off x="609600" y="4826000"/>
            <a:ext cx="2489200" cy="304800"/>
          </a:xfrm>
          <a:prstGeom prst="rect">
            <a:avLst/>
          </a:prstGeom>
          <a:noFill/>
        </p:spPr>
        <p:txBody>
          <a:bodyPr vert="horz" rtlCol="0">
            <a:spAutoFit/>
          </a:bodyPr>
          <a:lstStyle/>
          <a:p>
            <a:r>
              <a:rPr lang="en-AU" sz="1400" b="1">
                <a:solidFill>
                  <a:srgbClr val="000000"/>
                </a:solidFill>
                <a:latin typeface="Calibri" panose="020F0502020204030204" pitchFamily="34" charset="0"/>
              </a:rPr>
              <a:t>Decision</a:t>
            </a:r>
          </a:p>
        </p:txBody>
      </p:sp>
      <p:sp>
        <p:nvSpPr>
          <p:cNvPr id="19" name="TextBox 18">
            <a:extLst>
              <a:ext uri="{FF2B5EF4-FFF2-40B4-BE49-F238E27FC236}">
                <a16:creationId xmlns:a16="http://schemas.microsoft.com/office/drawing/2014/main" id="{7291A75D-DF41-EB34-B7A8-6DE264E67A6D}"/>
              </a:ext>
            </a:extLst>
          </p:cNvPr>
          <p:cNvSpPr txBox="1"/>
          <p:nvPr/>
        </p:nvSpPr>
        <p:spPr>
          <a:xfrm>
            <a:off x="609600" y="4216400"/>
            <a:ext cx="2489200" cy="304800"/>
          </a:xfrm>
          <a:prstGeom prst="rect">
            <a:avLst/>
          </a:prstGeom>
          <a:noFill/>
        </p:spPr>
        <p:txBody>
          <a:bodyPr vert="horz" rtlCol="0">
            <a:spAutoFit/>
          </a:bodyPr>
          <a:lstStyle/>
          <a:p>
            <a:r>
              <a:rPr lang="en-AU" sz="1400" b="1">
                <a:solidFill>
                  <a:srgbClr val="000000"/>
                </a:solidFill>
                <a:latin typeface="Calibri" panose="020F0502020204030204" pitchFamily="34" charset="0"/>
              </a:rPr>
              <a:t>Settings + stagger</a:t>
            </a:r>
          </a:p>
        </p:txBody>
      </p:sp>
      <p:sp>
        <p:nvSpPr>
          <p:cNvPr id="18" name="TextBox 17">
            <a:extLst>
              <a:ext uri="{FF2B5EF4-FFF2-40B4-BE49-F238E27FC236}">
                <a16:creationId xmlns:a16="http://schemas.microsoft.com/office/drawing/2014/main" id="{37B2C368-F62C-F7E8-9C6A-8F456C35149C}"/>
              </a:ext>
            </a:extLst>
          </p:cNvPr>
          <p:cNvSpPr txBox="1"/>
          <p:nvPr/>
        </p:nvSpPr>
        <p:spPr>
          <a:xfrm>
            <a:off x="609600" y="3606800"/>
            <a:ext cx="2489200" cy="304800"/>
          </a:xfrm>
          <a:prstGeom prst="rect">
            <a:avLst/>
          </a:prstGeom>
          <a:noFill/>
        </p:spPr>
        <p:txBody>
          <a:bodyPr vert="horz" rtlCol="0">
            <a:spAutoFit/>
          </a:bodyPr>
          <a:lstStyle/>
          <a:p>
            <a:r>
              <a:rPr lang="en-AU" sz="1400" b="1">
                <a:solidFill>
                  <a:srgbClr val="000000"/>
                </a:solidFill>
                <a:latin typeface="Calibri" panose="020F0502020204030204" pitchFamily="34" charset="0"/>
              </a:rPr>
              <a:t>Constraints</a:t>
            </a:r>
          </a:p>
        </p:txBody>
      </p:sp>
      <p:sp>
        <p:nvSpPr>
          <p:cNvPr id="16" name="TextBox 15">
            <a:extLst>
              <a:ext uri="{FF2B5EF4-FFF2-40B4-BE49-F238E27FC236}">
                <a16:creationId xmlns:a16="http://schemas.microsoft.com/office/drawing/2014/main" id="{4C004945-5D64-A347-A289-5AFAE7685292}"/>
              </a:ext>
            </a:extLst>
          </p:cNvPr>
          <p:cNvSpPr txBox="1"/>
          <p:nvPr/>
        </p:nvSpPr>
        <p:spPr>
          <a:xfrm>
            <a:off x="609600" y="2997200"/>
            <a:ext cx="2489200" cy="304800"/>
          </a:xfrm>
          <a:prstGeom prst="rect">
            <a:avLst/>
          </a:prstGeom>
          <a:noFill/>
        </p:spPr>
        <p:txBody>
          <a:bodyPr vert="horz" rtlCol="0">
            <a:spAutoFit/>
          </a:bodyPr>
          <a:lstStyle/>
          <a:p>
            <a:r>
              <a:rPr lang="en-AU" sz="1400" b="1" dirty="0">
                <a:solidFill>
                  <a:srgbClr val="000000"/>
                </a:solidFill>
                <a:latin typeface="Calibri" panose="020F0502020204030204" pitchFamily="34" charset="0"/>
              </a:rPr>
              <a:t>SA / worse moves / testing</a:t>
            </a:r>
          </a:p>
        </p:txBody>
      </p:sp>
      <p:sp>
        <p:nvSpPr>
          <p:cNvPr id="9" name="TextBox 8">
            <a:extLst>
              <a:ext uri="{FF2B5EF4-FFF2-40B4-BE49-F238E27FC236}">
                <a16:creationId xmlns:a16="http://schemas.microsoft.com/office/drawing/2014/main" id="{34BB0FD6-99EB-47A7-567D-31479107889B}"/>
              </a:ext>
            </a:extLst>
          </p:cNvPr>
          <p:cNvSpPr txBox="1"/>
          <p:nvPr/>
        </p:nvSpPr>
        <p:spPr>
          <a:xfrm>
            <a:off x="457200" y="411480"/>
            <a:ext cx="11247120" cy="492443"/>
          </a:xfrm>
          <a:prstGeom prst="rect">
            <a:avLst/>
          </a:prstGeom>
          <a:noFill/>
        </p:spPr>
        <p:txBody>
          <a:bodyPr vert="horz" rtlCol="0">
            <a:spAutoFit/>
          </a:bodyPr>
          <a:lstStyle/>
          <a:p>
            <a:r>
              <a:rPr lang="en-US" sz="2600" b="1" dirty="0">
                <a:solidFill>
                  <a:srgbClr val="000000"/>
                </a:solidFill>
                <a:latin typeface="Calibri" panose="020F0502020204030204" pitchFamily="34" charset="0"/>
              </a:rPr>
              <a:t>Semester 2 work to 30th October</a:t>
            </a:r>
            <a:endParaRPr lang="en-AU" sz="2600" b="1" dirty="0">
              <a:solidFill>
                <a:srgbClr val="000000"/>
              </a:solidFill>
              <a:latin typeface="Calibri" panose="020F0502020204030204" pitchFamily="34" charset="0"/>
            </a:endParaRPr>
          </a:p>
        </p:txBody>
      </p:sp>
      <p:sp>
        <p:nvSpPr>
          <p:cNvPr id="8" name="TextBox 7">
            <a:extLst>
              <a:ext uri="{FF2B5EF4-FFF2-40B4-BE49-F238E27FC236}">
                <a16:creationId xmlns:a16="http://schemas.microsoft.com/office/drawing/2014/main" id="{2E5D2C6D-E7EA-D537-E053-99C12F3212F8}"/>
              </a:ext>
            </a:extLst>
          </p:cNvPr>
          <p:cNvSpPr txBox="1"/>
          <p:nvPr/>
        </p:nvSpPr>
        <p:spPr>
          <a:xfrm>
            <a:off x="457200" y="164592"/>
            <a:ext cx="11155680" cy="353943"/>
          </a:xfrm>
          <a:prstGeom prst="rect">
            <a:avLst/>
          </a:prstGeom>
          <a:noFill/>
        </p:spPr>
        <p:txBody>
          <a:bodyPr vert="horz" rtlCol="0">
            <a:spAutoFit/>
          </a:bodyPr>
          <a:lstStyle/>
          <a:p>
            <a:r>
              <a:rPr lang="en-AU" sz="1700" b="1">
                <a:solidFill>
                  <a:srgbClr val="000000"/>
                </a:solidFill>
                <a:latin typeface="Calibri" panose="020F0502020204030204" pitchFamily="34" charset="0"/>
              </a:rPr>
              <a:t>PLAN</a:t>
            </a:r>
          </a:p>
        </p:txBody>
      </p:sp>
      <p:sp>
        <p:nvSpPr>
          <p:cNvPr id="5" name="Rectangle 4">
            <a:extLst>
              <a:ext uri="{FF2B5EF4-FFF2-40B4-BE49-F238E27FC236}">
                <a16:creationId xmlns:a16="http://schemas.microsoft.com/office/drawing/2014/main" id="{7590A386-8C81-2280-AA3B-67D6DD32F8B6}"/>
              </a:ext>
            </a:extLst>
          </p:cNvPr>
          <p:cNvSpPr/>
          <p:nvPr/>
        </p:nvSpPr>
        <p:spPr>
          <a:xfrm>
            <a:off x="0" y="0"/>
            <a:ext cx="12191695" cy="109728"/>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Tree>
    <p:extLst>
      <p:ext uri="{BB962C8B-B14F-4D97-AF65-F5344CB8AC3E}">
        <p14:creationId xmlns:p14="http://schemas.microsoft.com/office/powerpoint/2010/main" val="9311893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Rectangle 2"/>
          <p:cNvSpPr/>
          <p:nvPr/>
        </p:nvSpPr>
        <p:spPr>
          <a:xfrm>
            <a:off x="0" y="0"/>
            <a:ext cx="12191695" cy="109728"/>
          </a:xfrm>
          <a:prstGeom prst="rect">
            <a:avLst/>
          </a:prstGeom>
          <a:solidFill>
            <a:srgbClr val="00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extBox 3"/>
          <p:cNvSpPr txBox="1"/>
          <p:nvPr/>
        </p:nvSpPr>
        <p:spPr>
          <a:xfrm>
            <a:off x="457200" y="164592"/>
            <a:ext cx="11155680" cy="320040"/>
          </a:xfrm>
          <a:prstGeom prst="rect">
            <a:avLst/>
          </a:prstGeom>
          <a:noFill/>
        </p:spPr>
        <p:txBody>
          <a:bodyPr wrap="square">
            <a:spAutoFit/>
          </a:bodyPr>
          <a:lstStyle/>
          <a:p>
            <a:pPr algn="l"/>
            <a:r>
              <a:rPr sz="1700" b="1">
                <a:solidFill>
                  <a:srgbClr val="000000"/>
                </a:solidFill>
                <a:latin typeface="Calibri"/>
              </a:rPr>
              <a:t>DECISION CRITERIA</a:t>
            </a:r>
          </a:p>
        </p:txBody>
      </p:sp>
      <p:sp>
        <p:nvSpPr>
          <p:cNvPr id="5" name="TextBox 4"/>
          <p:cNvSpPr txBox="1"/>
          <p:nvPr/>
        </p:nvSpPr>
        <p:spPr>
          <a:xfrm>
            <a:off x="457200" y="411480"/>
            <a:ext cx="11247120" cy="492443"/>
          </a:xfrm>
          <a:prstGeom prst="rect">
            <a:avLst/>
          </a:prstGeom>
          <a:noFill/>
        </p:spPr>
        <p:txBody>
          <a:bodyPr wrap="square">
            <a:spAutoFit/>
          </a:bodyPr>
          <a:lstStyle/>
          <a:p>
            <a:pPr algn="l"/>
            <a:r>
              <a:rPr lang="en-US" sz="2600" b="1">
                <a:solidFill>
                  <a:srgbClr val="000000"/>
                </a:solidFill>
                <a:latin typeface="Calibri" panose="020F0502020204030204" pitchFamily="34" charset="0"/>
              </a:rPr>
              <a:t>What we will keep, and when we stop</a:t>
            </a:r>
            <a:endParaRPr sz="2600" b="1" dirty="0">
              <a:solidFill>
                <a:srgbClr val="000000"/>
              </a:solidFill>
              <a:latin typeface="Calibri" panose="020F0502020204030204" pitchFamily="34" charset="0"/>
            </a:endParaRPr>
          </a:p>
        </p:txBody>
      </p:sp>
      <p:sp>
        <p:nvSpPr>
          <p:cNvPr id="6" name="Rounded Rectangle 5"/>
          <p:cNvSpPr/>
          <p:nvPr/>
        </p:nvSpPr>
        <p:spPr>
          <a:xfrm>
            <a:off x="457200" y="1188720"/>
            <a:ext cx="5532120" cy="5029200"/>
          </a:xfrm>
          <a:prstGeom prst="roundRect">
            <a:avLst/>
          </a:prstGeom>
          <a:solidFill>
            <a:srgbClr val="F0F0F0"/>
          </a:solidFill>
          <a:ln w="12700">
            <a:solidFill>
              <a:srgbClr val="00000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31520" y="1463040"/>
            <a:ext cx="5029200" cy="430887"/>
          </a:xfrm>
          <a:prstGeom prst="rect">
            <a:avLst/>
          </a:prstGeom>
          <a:noFill/>
        </p:spPr>
        <p:txBody>
          <a:bodyPr wrap="square">
            <a:spAutoFit/>
          </a:bodyPr>
          <a:lstStyle/>
          <a:p>
            <a:pPr algn="l"/>
            <a:r>
              <a:rPr lang="en-AU" sz="2200" b="1" dirty="0">
                <a:solidFill>
                  <a:srgbClr val="000000"/>
                </a:solidFill>
                <a:latin typeface="Calibri" panose="020F0502020204030204" pitchFamily="34" charset="0"/>
              </a:rPr>
              <a:t>Keep it if:</a:t>
            </a:r>
            <a:endParaRPr sz="2200" b="1" dirty="0">
              <a:solidFill>
                <a:srgbClr val="000000"/>
              </a:solidFill>
              <a:latin typeface="Calibri" panose="020F0502020204030204" pitchFamily="34" charset="0"/>
            </a:endParaRPr>
          </a:p>
        </p:txBody>
      </p:sp>
      <p:sp>
        <p:nvSpPr>
          <p:cNvPr id="8" name="TextBox 7"/>
          <p:cNvSpPr txBox="1"/>
          <p:nvPr/>
        </p:nvSpPr>
        <p:spPr>
          <a:xfrm>
            <a:off x="731520" y="2194559"/>
            <a:ext cx="5029200" cy="3046988"/>
          </a:xfrm>
          <a:prstGeom prst="rect">
            <a:avLst/>
          </a:prstGeom>
          <a:noFill/>
        </p:spPr>
        <p:txBody>
          <a:bodyPr wrap="square">
            <a:spAutoFit/>
          </a:bodyPr>
          <a:lstStyle/>
          <a:p>
            <a:pPr algn="l">
              <a:spcAft>
                <a:spcPts val="3200"/>
              </a:spcAft>
            </a:pPr>
            <a:r>
              <a:rPr lang="en-US" sz="1600" dirty="0">
                <a:solidFill>
                  <a:srgbClr val="1A1A1A"/>
                </a:solidFill>
                <a:latin typeface="Calibri" panose="020F0502020204030204" pitchFamily="34" charset="0"/>
              </a:rPr>
              <a:t>Worst-day availability must be as good as current algorithm.</a:t>
            </a:r>
          </a:p>
          <a:p>
            <a:pPr algn="l">
              <a:spcAft>
                <a:spcPts val="3200"/>
              </a:spcAft>
            </a:pPr>
            <a:r>
              <a:rPr lang="en-US" sz="1600" dirty="0">
                <a:solidFill>
                  <a:srgbClr val="1A1A1A"/>
                </a:solidFill>
                <a:latin typeface="Calibri" panose="020F0502020204030204" pitchFamily="34" charset="0"/>
              </a:rPr>
              <a:t>Runtime does not increase too much.</a:t>
            </a:r>
          </a:p>
          <a:p>
            <a:pPr algn="l">
              <a:spcAft>
                <a:spcPts val="3200"/>
              </a:spcAft>
            </a:pPr>
            <a:r>
              <a:rPr lang="en-US" sz="1600" dirty="0">
                <a:solidFill>
                  <a:srgbClr val="1A1A1A"/>
                </a:solidFill>
                <a:latin typeface="Calibri" panose="020F0502020204030204" pitchFamily="34" charset="0"/>
              </a:rPr>
              <a:t>New operational rules still produce legal, usable schedules.</a:t>
            </a:r>
          </a:p>
          <a:p>
            <a:pPr algn="l">
              <a:spcAft>
                <a:spcPts val="3200"/>
              </a:spcAft>
            </a:pPr>
            <a:r>
              <a:rPr lang="en-US" sz="1600" dirty="0">
                <a:solidFill>
                  <a:srgbClr val="1A1A1A"/>
                </a:solidFill>
                <a:latin typeface="Calibri" panose="020F0502020204030204" pitchFamily="34" charset="0"/>
              </a:rPr>
              <a:t>The gain is from the method, not a luckier start or a luckier seed.</a:t>
            </a:r>
            <a:endParaRPr sz="1600" dirty="0">
              <a:solidFill>
                <a:srgbClr val="1A1A1A"/>
              </a:solidFill>
              <a:latin typeface="Calibri" panose="020F0502020204030204" pitchFamily="34" charset="0"/>
            </a:endParaRPr>
          </a:p>
        </p:txBody>
      </p:sp>
      <p:sp>
        <p:nvSpPr>
          <p:cNvPr id="9" name="Rounded Rectangle 8"/>
          <p:cNvSpPr/>
          <p:nvPr/>
        </p:nvSpPr>
        <p:spPr>
          <a:xfrm>
            <a:off x="6217920" y="1188720"/>
            <a:ext cx="5440680" cy="5029200"/>
          </a:xfrm>
          <a:prstGeom prst="roundRect">
            <a:avLst/>
          </a:prstGeom>
          <a:solidFill>
            <a:srgbClr val="FFFFFF"/>
          </a:solidFill>
          <a:ln w="12700">
            <a:solidFill>
              <a:srgbClr val="B0B0B0"/>
            </a:solidFill>
          </a:ln>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6492240" y="1463040"/>
            <a:ext cx="4937760" cy="430887"/>
          </a:xfrm>
          <a:prstGeom prst="rect">
            <a:avLst/>
          </a:prstGeom>
          <a:noFill/>
        </p:spPr>
        <p:txBody>
          <a:bodyPr wrap="square">
            <a:spAutoFit/>
          </a:bodyPr>
          <a:lstStyle/>
          <a:p>
            <a:pPr algn="l"/>
            <a:r>
              <a:rPr lang="en-AU" sz="2200" b="1" dirty="0">
                <a:solidFill>
                  <a:srgbClr val="000000"/>
                </a:solidFill>
                <a:latin typeface="Calibri" panose="020F0502020204030204" pitchFamily="34" charset="0"/>
              </a:rPr>
              <a:t>Drop it if:</a:t>
            </a:r>
            <a:endParaRPr sz="2200" b="1" dirty="0">
              <a:solidFill>
                <a:srgbClr val="000000"/>
              </a:solidFill>
              <a:latin typeface="Calibri" panose="020F0502020204030204" pitchFamily="34" charset="0"/>
            </a:endParaRPr>
          </a:p>
        </p:txBody>
      </p:sp>
      <p:sp>
        <p:nvSpPr>
          <p:cNvPr id="11" name="TextBox 10"/>
          <p:cNvSpPr txBox="1"/>
          <p:nvPr/>
        </p:nvSpPr>
        <p:spPr>
          <a:xfrm>
            <a:off x="6492240" y="2194559"/>
            <a:ext cx="4937760" cy="2144177"/>
          </a:xfrm>
          <a:prstGeom prst="rect">
            <a:avLst/>
          </a:prstGeom>
          <a:noFill/>
        </p:spPr>
        <p:txBody>
          <a:bodyPr wrap="square">
            <a:spAutoFit/>
          </a:bodyPr>
          <a:lstStyle/>
          <a:p>
            <a:pPr algn="l">
              <a:spcAft>
                <a:spcPts val="3200"/>
              </a:spcAft>
            </a:pPr>
            <a:r>
              <a:rPr lang="en-US" sz="1600" dirty="0">
                <a:solidFill>
                  <a:srgbClr val="1A1A1A"/>
                </a:solidFill>
                <a:latin typeface="Calibri" panose="020F0502020204030204" pitchFamily="34" charset="0"/>
              </a:rPr>
              <a:t>Annealing does not beat the current method, and we  will keep the current method.</a:t>
            </a:r>
          </a:p>
          <a:p>
            <a:pPr algn="l">
              <a:spcAft>
                <a:spcPts val="3200"/>
              </a:spcAft>
            </a:pPr>
            <a:r>
              <a:rPr lang="en-US" sz="1600" dirty="0">
                <a:solidFill>
                  <a:srgbClr val="1A1A1A"/>
                </a:solidFill>
                <a:latin typeface="Calibri" panose="020F0502020204030204" pitchFamily="34" charset="0"/>
              </a:rPr>
              <a:t>Worse moves start hurting the minimum availability,  we tighten the acceptance rule.</a:t>
            </a:r>
          </a:p>
          <a:p>
            <a:pPr algn="l">
              <a:spcAft>
                <a:spcPts val="3200"/>
              </a:spcAft>
            </a:pPr>
            <a:r>
              <a:rPr lang="en-US" sz="1600" dirty="0">
                <a:solidFill>
                  <a:srgbClr val="1A1A1A"/>
                </a:solidFill>
                <a:latin typeface="Calibri" panose="020F0502020204030204" pitchFamily="34" charset="0"/>
              </a:rPr>
              <a:t>New constraints break feasibility.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735</TotalTime>
  <Words>2596</Words>
  <Application>Microsoft Office PowerPoint</Application>
  <PresentationFormat>Widescreen</PresentationFormat>
  <Paragraphs>156</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David Long</cp:lastModifiedBy>
  <cp:revision>19</cp:revision>
  <dcterms:created xsi:type="dcterms:W3CDTF">2013-01-27T09:14:16Z</dcterms:created>
  <dcterms:modified xsi:type="dcterms:W3CDTF">2026-08-13T23:58:39Z</dcterms:modified>
  <cp:category/>
</cp:coreProperties>
</file>