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1" r:id="rId3"/>
    <p:sldId id="258" r:id="rId4"/>
    <p:sldId id="267" r:id="rId5"/>
    <p:sldId id="266" r:id="rId6"/>
    <p:sldId id="265" r:id="rId7"/>
    <p:sldId id="268" r:id="rId8"/>
    <p:sldId id="269" r:id="rId9"/>
    <p:sldId id="270" r:id="rId10"/>
    <p:sldId id="272" r:id="rId11"/>
    <p:sldId id="273" r:id="rId12"/>
    <p:sldId id="274" r:id="rId13"/>
    <p:sldId id="275" r:id="rId14"/>
    <p:sldId id="27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A3E0C-920E-4ED2-ACEA-1425B00326E4}" v="134" dt="2026-05-15T01:58:59.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497" autoAdjust="0"/>
  </p:normalViewPr>
  <p:slideViewPr>
    <p:cSldViewPr snapToGrid="0">
      <p:cViewPr varScale="1">
        <p:scale>
          <a:sx n="40" d="100"/>
          <a:sy n="40" d="100"/>
        </p:scale>
        <p:origin x="2290" y="24"/>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ong" userId="f0dab1f4b2f59987" providerId="LiveId" clId="{BD423006-59C5-4E11-8B6B-507DC77F169F}"/>
    <pc:docChg chg="undo redo custSel addSld delSld modSld sldOrd">
      <pc:chgData name="David Long" userId="f0dab1f4b2f59987" providerId="LiveId" clId="{BD423006-59C5-4E11-8B6B-507DC77F169F}" dt="2026-05-15T03:42:23.908" v="7322" actId="20577"/>
      <pc:docMkLst>
        <pc:docMk/>
      </pc:docMkLst>
      <pc:sldChg chg="addSp delSp modSp new mod modNotesTx">
        <pc:chgData name="David Long" userId="f0dab1f4b2f59987" providerId="LiveId" clId="{BD423006-59C5-4E11-8B6B-507DC77F169F}" dt="2026-05-12T02:14:05.699" v="6161" actId="20577"/>
        <pc:sldMkLst>
          <pc:docMk/>
          <pc:sldMk cId="3230234624" sldId="256"/>
        </pc:sldMkLst>
        <pc:spChg chg="add del mod">
          <ac:chgData name="David Long" userId="f0dab1f4b2f59987" providerId="LiveId" clId="{BD423006-59C5-4E11-8B6B-507DC77F169F}" dt="2026-05-10T12:01:52.599" v="4596" actId="20577"/>
          <ac:spMkLst>
            <pc:docMk/>
            <pc:sldMk cId="3230234624" sldId="256"/>
            <ac:spMk id="9" creationId="{B6F76717-FBF4-D43F-202F-9235C7C3C349}"/>
          </ac:spMkLst>
        </pc:spChg>
      </pc:sldChg>
      <pc:sldChg chg="addSp delSp modSp mod modNotesTx">
        <pc:chgData name="David Long" userId="f0dab1f4b2f59987" providerId="LiveId" clId="{BD423006-59C5-4E11-8B6B-507DC77F169F}" dt="2026-05-13T02:07:46.916" v="6749" actId="2711"/>
        <pc:sldMkLst>
          <pc:docMk/>
          <pc:sldMk cId="3285733717" sldId="258"/>
        </pc:sldMkLst>
        <pc:spChg chg="mod">
          <ac:chgData name="David Long" userId="f0dab1f4b2f59987" providerId="LiveId" clId="{BD423006-59C5-4E11-8B6B-507DC77F169F}" dt="2026-05-10T13:36:09.345" v="5578" actId="1076"/>
          <ac:spMkLst>
            <pc:docMk/>
            <pc:sldMk cId="3285733717" sldId="258"/>
            <ac:spMk id="2" creationId="{F345AD5A-A999-31AC-C7EE-FD3C41CC11C2}"/>
          </ac:spMkLst>
        </pc:spChg>
        <pc:spChg chg="mod">
          <ac:chgData name="David Long" userId="f0dab1f4b2f59987" providerId="LiveId" clId="{BD423006-59C5-4E11-8B6B-507DC77F169F}" dt="2026-05-13T02:07:46.916" v="6749" actId="2711"/>
          <ac:spMkLst>
            <pc:docMk/>
            <pc:sldMk cId="3285733717" sldId="258"/>
            <ac:spMk id="3" creationId="{DE578AE2-AAF2-7D4A-3EC2-6D7583687400}"/>
          </ac:spMkLst>
        </pc:spChg>
        <pc:spChg chg="add">
          <ac:chgData name="David Long" userId="f0dab1f4b2f59987" providerId="LiveId" clId="{BD423006-59C5-4E11-8B6B-507DC77F169F}" dt="2026-05-10T12:51:40.541" v="5352" actId="26606"/>
          <ac:spMkLst>
            <pc:docMk/>
            <pc:sldMk cId="3285733717" sldId="258"/>
            <ac:spMk id="33" creationId="{C0763A76-9F1C-4FC5-82B7-DD475DA461B2}"/>
          </ac:spMkLst>
        </pc:spChg>
        <pc:spChg chg="add">
          <ac:chgData name="David Long" userId="f0dab1f4b2f59987" providerId="LiveId" clId="{BD423006-59C5-4E11-8B6B-507DC77F169F}" dt="2026-05-10T12:51:40.541" v="5352" actId="26606"/>
          <ac:spMkLst>
            <pc:docMk/>
            <pc:sldMk cId="3285733717" sldId="258"/>
            <ac:spMk id="35" creationId="{E81BF4F6-F2CF-4984-9D14-D6966D92F99F}"/>
          </ac:spMkLst>
        </pc:spChg>
        <pc:picChg chg="add">
          <ac:chgData name="David Long" userId="f0dab1f4b2f59987" providerId="LiveId" clId="{BD423006-59C5-4E11-8B6B-507DC77F169F}" dt="2026-05-10T12:51:40.541" v="5352" actId="26606"/>
          <ac:picMkLst>
            <pc:docMk/>
            <pc:sldMk cId="3285733717" sldId="258"/>
            <ac:picMk id="29" creationId="{3F3F97C4-1E4E-D0DA-2013-1C72D5700FB5}"/>
          </ac:picMkLst>
        </pc:picChg>
      </pc:sldChg>
      <pc:sldChg chg="addSp delSp modSp add del mod ord setBg modNotesTx">
        <pc:chgData name="David Long" userId="f0dab1f4b2f59987" providerId="LiveId" clId="{BD423006-59C5-4E11-8B6B-507DC77F169F}" dt="2026-05-13T02:09:42.897" v="6768" actId="14100"/>
        <pc:sldMkLst>
          <pc:docMk/>
          <pc:sldMk cId="193295098" sldId="265"/>
        </pc:sldMkLst>
        <pc:spChg chg="mod">
          <ac:chgData name="David Long" userId="f0dab1f4b2f59987" providerId="LiveId" clId="{BD423006-59C5-4E11-8B6B-507DC77F169F}" dt="2026-05-13T02:09:39.417" v="6767" actId="403"/>
          <ac:spMkLst>
            <pc:docMk/>
            <pc:sldMk cId="193295098" sldId="265"/>
            <ac:spMk id="2" creationId="{8461AD0F-12D3-5351-515B-A07047409246}"/>
          </ac:spMkLst>
        </pc:spChg>
        <pc:spChg chg="add mod">
          <ac:chgData name="David Long" userId="f0dab1f4b2f59987" providerId="LiveId" clId="{BD423006-59C5-4E11-8B6B-507DC77F169F}" dt="2026-05-13T02:09:42.897" v="6768" actId="14100"/>
          <ac:spMkLst>
            <pc:docMk/>
            <pc:sldMk cId="193295098" sldId="265"/>
            <ac:spMk id="6" creationId="{F8BEF4C3-5F95-5C39-C590-C583F101968E}"/>
          </ac:spMkLst>
        </pc:spChg>
        <pc:spChg chg="add">
          <ac:chgData name="David Long" userId="f0dab1f4b2f59987" providerId="LiveId" clId="{BD423006-59C5-4E11-8B6B-507DC77F169F}" dt="2026-05-13T02:09:09.511" v="6762" actId="26606"/>
          <ac:spMkLst>
            <pc:docMk/>
            <pc:sldMk cId="193295098" sldId="265"/>
            <ac:spMk id="23" creationId="{979E27D9-03C7-44E2-9FF8-15D0C8506AF7}"/>
          </ac:spMkLst>
        </pc:spChg>
        <pc:spChg chg="add">
          <ac:chgData name="David Long" userId="f0dab1f4b2f59987" providerId="LiveId" clId="{BD423006-59C5-4E11-8B6B-507DC77F169F}" dt="2026-05-13T02:09:09.511" v="6762" actId="26606"/>
          <ac:spMkLst>
            <pc:docMk/>
            <pc:sldMk cId="193295098" sldId="265"/>
            <ac:spMk id="24" creationId="{EEBF1590-3B36-48EE-A89D-3B6F3CB256AB}"/>
          </ac:spMkLst>
        </pc:spChg>
        <pc:spChg chg="add">
          <ac:chgData name="David Long" userId="f0dab1f4b2f59987" providerId="LiveId" clId="{BD423006-59C5-4E11-8B6B-507DC77F169F}" dt="2026-05-13T02:09:09.511" v="6762" actId="26606"/>
          <ac:spMkLst>
            <pc:docMk/>
            <pc:sldMk cId="193295098" sldId="265"/>
            <ac:spMk id="25" creationId="{AC8F6C8C-AB5A-4548-942D-E3FD40ACBC49}"/>
          </ac:spMkLst>
        </pc:spChg>
        <pc:picChg chg="add mod">
          <ac:chgData name="David Long" userId="f0dab1f4b2f59987" providerId="LiveId" clId="{BD423006-59C5-4E11-8B6B-507DC77F169F}" dt="2026-05-13T02:09:17.476" v="6766" actId="1076"/>
          <ac:picMkLst>
            <pc:docMk/>
            <pc:sldMk cId="193295098" sldId="265"/>
            <ac:picMk id="7" creationId="{08F29261-A05C-A617-9507-997E370A4E6F}"/>
          </ac:picMkLst>
        </pc:picChg>
      </pc:sldChg>
      <pc:sldChg chg="addSp delSp modSp add mod modNotesTx">
        <pc:chgData name="David Long" userId="f0dab1f4b2f59987" providerId="LiveId" clId="{BD423006-59C5-4E11-8B6B-507DC77F169F}" dt="2026-05-12T02:27:15.695" v="6383" actId="20577"/>
        <pc:sldMkLst>
          <pc:docMk/>
          <pc:sldMk cId="3586451969" sldId="266"/>
        </pc:sldMkLst>
        <pc:spChg chg="mod">
          <ac:chgData name="David Long" userId="f0dab1f4b2f59987" providerId="LiveId" clId="{BD423006-59C5-4E11-8B6B-507DC77F169F}" dt="2026-05-10T13:36:12.789" v="5579" actId="113"/>
          <ac:spMkLst>
            <pc:docMk/>
            <pc:sldMk cId="3586451969" sldId="266"/>
            <ac:spMk id="2" creationId="{2A7D94F0-52A1-115F-023D-9DC071C5AD47}"/>
          </ac:spMkLst>
        </pc:spChg>
        <pc:spChg chg="add mod">
          <ac:chgData name="David Long" userId="f0dab1f4b2f59987" providerId="LiveId" clId="{BD423006-59C5-4E11-8B6B-507DC77F169F}" dt="2026-05-10T12:49:06.627" v="5287" actId="20577"/>
          <ac:spMkLst>
            <pc:docMk/>
            <pc:sldMk cId="3586451969" sldId="266"/>
            <ac:spMk id="9" creationId="{B78D83E5-E1DF-1F06-8A2A-658630B39817}"/>
          </ac:spMkLst>
        </pc:spChg>
        <pc:spChg chg="add">
          <ac:chgData name="David Long" userId="f0dab1f4b2f59987" providerId="LiveId" clId="{BD423006-59C5-4E11-8B6B-507DC77F169F}" dt="2026-05-10T12:46:49.937" v="5200" actId="26606"/>
          <ac:spMkLst>
            <pc:docMk/>
            <pc:sldMk cId="3586451969" sldId="266"/>
            <ac:spMk id="31" creationId="{649C91A9-84E7-4BF0-9026-62F01380D853}"/>
          </ac:spMkLst>
        </pc:spChg>
        <pc:spChg chg="add">
          <ac:chgData name="David Long" userId="f0dab1f4b2f59987" providerId="LiveId" clId="{BD423006-59C5-4E11-8B6B-507DC77F169F}" dt="2026-05-10T12:46:49.937" v="5200" actId="26606"/>
          <ac:spMkLst>
            <pc:docMk/>
            <pc:sldMk cId="3586451969" sldId="266"/>
            <ac:spMk id="32" creationId="{9B47378D-AD27-45D0-8C1C-5B1098DCC068}"/>
          </ac:spMkLst>
        </pc:spChg>
        <pc:picChg chg="add mod">
          <ac:chgData name="David Long" userId="f0dab1f4b2f59987" providerId="LiveId" clId="{BD423006-59C5-4E11-8B6B-507DC77F169F}" dt="2026-05-10T12:49:50.074" v="5293" actId="1076"/>
          <ac:picMkLst>
            <pc:docMk/>
            <pc:sldMk cId="3586451969" sldId="266"/>
            <ac:picMk id="11" creationId="{B096626D-A8A2-4179-7C98-3F853F6F2463}"/>
          </ac:picMkLst>
        </pc:picChg>
      </pc:sldChg>
      <pc:sldChg chg="addSp delSp modSp new mod setBg modNotesTx">
        <pc:chgData name="David Long" userId="f0dab1f4b2f59987" providerId="LiveId" clId="{BD423006-59C5-4E11-8B6B-507DC77F169F}" dt="2026-05-15T03:42:23.908" v="7322" actId="20577"/>
        <pc:sldMkLst>
          <pc:docMk/>
          <pc:sldMk cId="18569788" sldId="267"/>
        </pc:sldMkLst>
        <pc:spChg chg="mod">
          <ac:chgData name="David Long" userId="f0dab1f4b2f59987" providerId="LiveId" clId="{BD423006-59C5-4E11-8B6B-507DC77F169F}" dt="2026-05-10T13:46:08.083" v="5609" actId="26606"/>
          <ac:spMkLst>
            <pc:docMk/>
            <pc:sldMk cId="18569788" sldId="267"/>
            <ac:spMk id="2" creationId="{8D3C119C-6C5B-0770-1E12-2081CC78CE77}"/>
          </ac:spMkLst>
        </pc:spChg>
        <pc:spChg chg="add">
          <ac:chgData name="David Long" userId="f0dab1f4b2f59987" providerId="LiveId" clId="{BD423006-59C5-4E11-8B6B-507DC77F169F}" dt="2026-05-10T13:46:08.083" v="5609" actId="26606"/>
          <ac:spMkLst>
            <pc:docMk/>
            <pc:sldMk cId="18569788" sldId="267"/>
            <ac:spMk id="16" creationId="{0C541B88-1AE9-40C3-AFD5-967787C1979F}"/>
          </ac:spMkLst>
        </pc:spChg>
        <pc:spChg chg="add">
          <ac:chgData name="David Long" userId="f0dab1f4b2f59987" providerId="LiveId" clId="{BD423006-59C5-4E11-8B6B-507DC77F169F}" dt="2026-05-10T13:46:08.083" v="5609" actId="26606"/>
          <ac:spMkLst>
            <pc:docMk/>
            <pc:sldMk cId="18569788" sldId="267"/>
            <ac:spMk id="17" creationId="{89D16701-DA76-4F72-BB63-E2C3FFBDFE0F}"/>
          </ac:spMkLst>
        </pc:spChg>
        <pc:spChg chg="add">
          <ac:chgData name="David Long" userId="f0dab1f4b2f59987" providerId="LiveId" clId="{BD423006-59C5-4E11-8B6B-507DC77F169F}" dt="2026-05-10T13:46:08.083" v="5609" actId="26606"/>
          <ac:spMkLst>
            <pc:docMk/>
            <pc:sldMk cId="18569788" sldId="267"/>
            <ac:spMk id="18" creationId="{E5F17139-31EE-46AC-B04F-DBBD852DD6CB}"/>
          </ac:spMkLst>
        </pc:spChg>
        <pc:spChg chg="add">
          <ac:chgData name="David Long" userId="f0dab1f4b2f59987" providerId="LiveId" clId="{BD423006-59C5-4E11-8B6B-507DC77F169F}" dt="2026-05-10T13:46:08.083" v="5609" actId="26606"/>
          <ac:spMkLst>
            <pc:docMk/>
            <pc:sldMk cId="18569788" sldId="267"/>
            <ac:spMk id="19" creationId="{1CC28BE1-9DC6-43FE-9582-39F091098D77}"/>
          </ac:spMkLst>
        </pc:spChg>
        <pc:grpChg chg="add">
          <ac:chgData name="David Long" userId="f0dab1f4b2f59987" providerId="LiveId" clId="{BD423006-59C5-4E11-8B6B-507DC77F169F}" dt="2026-05-10T13:46:08.083" v="5609" actId="26606"/>
          <ac:grpSpMkLst>
            <pc:docMk/>
            <pc:sldMk cId="18569788" sldId="267"/>
            <ac:grpSpMk id="13" creationId="{7CF625D3-71A3-4F30-A096-8EF334E959D0}"/>
          </ac:grpSpMkLst>
        </pc:grpChg>
        <pc:grpChg chg="add">
          <ac:chgData name="David Long" userId="f0dab1f4b2f59987" providerId="LiveId" clId="{BD423006-59C5-4E11-8B6B-507DC77F169F}" dt="2026-05-10T13:46:08.083" v="5609" actId="26606"/>
          <ac:grpSpMkLst>
            <pc:docMk/>
            <pc:sldMk cId="18569788" sldId="267"/>
            <ac:grpSpMk id="21" creationId="{AF9AF3F3-CE0C-4125-BDD7-346487FA0B40}"/>
          </ac:grpSpMkLst>
        </pc:grpChg>
        <pc:graphicFrameChg chg="add mod modGraphic">
          <ac:chgData name="David Long" userId="f0dab1f4b2f59987" providerId="LiveId" clId="{BD423006-59C5-4E11-8B6B-507DC77F169F}" dt="2026-05-13T02:03:17.560" v="6733" actId="20577"/>
          <ac:graphicFrameMkLst>
            <pc:docMk/>
            <pc:sldMk cId="18569788" sldId="267"/>
            <ac:graphicFrameMk id="20" creationId="{25B04361-4C3D-6D2C-28A4-8ABF6472C38B}"/>
          </ac:graphicFrameMkLst>
        </pc:graphicFrameChg>
      </pc:sldChg>
      <pc:sldChg chg="addSp delSp modSp new mod ord modNotesTx">
        <pc:chgData name="David Long" userId="f0dab1f4b2f59987" providerId="LiveId" clId="{BD423006-59C5-4E11-8B6B-507DC77F169F}" dt="2026-05-13T01:50:25.687" v="6611"/>
        <pc:sldMkLst>
          <pc:docMk/>
          <pc:sldMk cId="1800012807" sldId="268"/>
        </pc:sldMkLst>
        <pc:spChg chg="mod">
          <ac:chgData name="David Long" userId="f0dab1f4b2f59987" providerId="LiveId" clId="{BD423006-59C5-4E11-8B6B-507DC77F169F}" dt="2026-05-10T14:15:58.251" v="6119" actId="113"/>
          <ac:spMkLst>
            <pc:docMk/>
            <pc:sldMk cId="1800012807" sldId="268"/>
            <ac:spMk id="2" creationId="{394E31BE-3F5B-89B5-E6DD-3C9C02762E56}"/>
          </ac:spMkLst>
        </pc:spChg>
        <pc:spChg chg="add mod">
          <ac:chgData name="David Long" userId="f0dab1f4b2f59987" providerId="LiveId" clId="{BD423006-59C5-4E11-8B6B-507DC77F169F}" dt="2026-05-10T14:15:33.752" v="6113" actId="1076"/>
          <ac:spMkLst>
            <pc:docMk/>
            <pc:sldMk cId="1800012807" sldId="268"/>
            <ac:spMk id="4" creationId="{A0DADB02-035B-53CF-9962-E4276D021B31}"/>
          </ac:spMkLst>
        </pc:spChg>
        <pc:picChg chg="add mod">
          <ac:chgData name="David Long" userId="f0dab1f4b2f59987" providerId="LiveId" clId="{BD423006-59C5-4E11-8B6B-507DC77F169F}" dt="2026-05-10T14:15:41.852" v="6117" actId="1076"/>
          <ac:picMkLst>
            <pc:docMk/>
            <pc:sldMk cId="1800012807" sldId="268"/>
            <ac:picMk id="6" creationId="{AC493D12-EF4B-1041-B45A-3C193DD7B6E8}"/>
          </ac:picMkLst>
        </pc:picChg>
        <pc:picChg chg="add mod">
          <ac:chgData name="David Long" userId="f0dab1f4b2f59987" providerId="LiveId" clId="{BD423006-59C5-4E11-8B6B-507DC77F169F}" dt="2026-05-12T01:58:03.408" v="6158" actId="1076"/>
          <ac:picMkLst>
            <pc:docMk/>
            <pc:sldMk cId="1800012807" sldId="268"/>
            <ac:picMk id="8" creationId="{7B7BE054-2C77-EFC1-5B63-B0D88EF391BB}"/>
          </ac:picMkLst>
        </pc:picChg>
      </pc:sldChg>
      <pc:sldChg chg="addSp delSp modSp add mod setBg modNotesTx">
        <pc:chgData name="David Long" userId="f0dab1f4b2f59987" providerId="LiveId" clId="{BD423006-59C5-4E11-8B6B-507DC77F169F}" dt="2026-05-13T03:52:33.070" v="6911" actId="20577"/>
        <pc:sldMkLst>
          <pc:docMk/>
          <pc:sldMk cId="606155539" sldId="269"/>
        </pc:sldMkLst>
        <pc:spChg chg="mod">
          <ac:chgData name="David Long" userId="f0dab1f4b2f59987" providerId="LiveId" clId="{BD423006-59C5-4E11-8B6B-507DC77F169F}" dt="2026-05-13T01:31:10.828" v="6455" actId="26606"/>
          <ac:spMkLst>
            <pc:docMk/>
            <pc:sldMk cId="606155539" sldId="269"/>
            <ac:spMk id="2" creationId="{6FD78A0E-4412-E1D8-63D2-94FC3D4AD198}"/>
          </ac:spMkLst>
        </pc:spChg>
        <pc:spChg chg="add ord">
          <ac:chgData name="David Long" userId="f0dab1f4b2f59987" providerId="LiveId" clId="{BD423006-59C5-4E11-8B6B-507DC77F169F}" dt="2026-05-13T01:31:10.828" v="6455" actId="26606"/>
          <ac:spMkLst>
            <pc:docMk/>
            <pc:sldMk cId="606155539" sldId="269"/>
            <ac:spMk id="13" creationId="{21EBC921-E282-B19E-243B-300038ACDA82}"/>
          </ac:spMkLst>
        </pc:spChg>
        <pc:spChg chg="add">
          <ac:chgData name="David Long" userId="f0dab1f4b2f59987" providerId="LiveId" clId="{BD423006-59C5-4E11-8B6B-507DC77F169F}" dt="2026-05-13T01:31:10.828" v="6455" actId="26606"/>
          <ac:spMkLst>
            <pc:docMk/>
            <pc:sldMk cId="606155539" sldId="269"/>
            <ac:spMk id="36" creationId="{A4AC5506-6312-4701-8D3C-40187889A947}"/>
          </ac:spMkLst>
        </pc:spChg>
        <pc:picChg chg="add mod">
          <ac:chgData name="David Long" userId="f0dab1f4b2f59987" providerId="LiveId" clId="{BD423006-59C5-4E11-8B6B-507DC77F169F}" dt="2026-05-13T01:31:34.546" v="6458" actId="1076"/>
          <ac:picMkLst>
            <pc:docMk/>
            <pc:sldMk cId="606155539" sldId="269"/>
            <ac:picMk id="17" creationId="{7BE707D9-B313-19D3-7B8A-ACCC04D0AB40}"/>
          </ac:picMkLst>
        </pc:picChg>
      </pc:sldChg>
      <pc:sldChg chg="addSp delSp modSp add mod modNotesTx">
        <pc:chgData name="David Long" userId="f0dab1f4b2f59987" providerId="LiveId" clId="{BD423006-59C5-4E11-8B6B-507DC77F169F}" dt="2026-05-13T03:56:55.008" v="6918" actId="20577"/>
        <pc:sldMkLst>
          <pc:docMk/>
          <pc:sldMk cId="2706135899" sldId="270"/>
        </pc:sldMkLst>
        <pc:spChg chg="mod">
          <ac:chgData name="David Long" userId="f0dab1f4b2f59987" providerId="LiveId" clId="{BD423006-59C5-4E11-8B6B-507DC77F169F}" dt="2026-05-13T01:31:17.719" v="6456" actId="26606"/>
          <ac:spMkLst>
            <pc:docMk/>
            <pc:sldMk cId="2706135899" sldId="270"/>
            <ac:spMk id="2" creationId="{B7E68EBB-78B6-E914-90C1-6CC53B736A85}"/>
          </ac:spMkLst>
        </pc:spChg>
        <pc:spChg chg="add">
          <ac:chgData name="David Long" userId="f0dab1f4b2f59987" providerId="LiveId" clId="{BD423006-59C5-4E11-8B6B-507DC77F169F}" dt="2026-05-13T01:31:17.719" v="6456" actId="26606"/>
          <ac:spMkLst>
            <pc:docMk/>
            <pc:sldMk cId="2706135899" sldId="270"/>
            <ac:spMk id="36" creationId="{A4AC5506-6312-4701-8D3C-40187889A947}"/>
          </ac:spMkLst>
        </pc:spChg>
        <pc:picChg chg="add del mod">
          <ac:chgData name="David Long" userId="f0dab1f4b2f59987" providerId="LiveId" clId="{BD423006-59C5-4E11-8B6B-507DC77F169F}" dt="2026-05-13T01:31:17.719" v="6456" actId="26606"/>
          <ac:picMkLst>
            <pc:docMk/>
            <pc:sldMk cId="2706135899" sldId="270"/>
            <ac:picMk id="5" creationId="{BC81579A-8727-45A4-0C5E-8AF40B12CC1A}"/>
          </ac:picMkLst>
        </pc:picChg>
      </pc:sldChg>
      <pc:sldChg chg="addSp delSp modSp new mod setBg modNotesTx">
        <pc:chgData name="David Long" userId="f0dab1f4b2f59987" providerId="LiveId" clId="{BD423006-59C5-4E11-8B6B-507DC77F169F}" dt="2026-05-13T02:13:42.733" v="6788" actId="20577"/>
        <pc:sldMkLst>
          <pc:docMk/>
          <pc:sldMk cId="3435028032" sldId="271"/>
        </pc:sldMkLst>
        <pc:spChg chg="mod">
          <ac:chgData name="David Long" userId="f0dab1f4b2f59987" providerId="LiveId" clId="{BD423006-59C5-4E11-8B6B-507DC77F169F}" dt="2026-05-13T01:43:24.662" v="6515" actId="26606"/>
          <ac:spMkLst>
            <pc:docMk/>
            <pc:sldMk cId="3435028032" sldId="271"/>
            <ac:spMk id="2" creationId="{CDDF69EB-F8A5-0712-6D73-5D3D469C41A1}"/>
          </ac:spMkLst>
        </pc:spChg>
        <pc:spChg chg="mod">
          <ac:chgData name="David Long" userId="f0dab1f4b2f59987" providerId="LiveId" clId="{BD423006-59C5-4E11-8B6B-507DC77F169F}" dt="2026-05-13T02:08:11.586" v="6753" actId="14100"/>
          <ac:spMkLst>
            <pc:docMk/>
            <pc:sldMk cId="3435028032" sldId="271"/>
            <ac:spMk id="3" creationId="{F2E8E325-8B04-C877-5359-82A3CC5E15C3}"/>
          </ac:spMkLst>
        </pc:spChg>
        <pc:spChg chg="add mod">
          <ac:chgData name="David Long" userId="f0dab1f4b2f59987" providerId="LiveId" clId="{BD423006-59C5-4E11-8B6B-507DC77F169F}" dt="2026-05-13T01:48:38.569" v="6596" actId="14100"/>
          <ac:spMkLst>
            <pc:docMk/>
            <pc:sldMk cId="3435028032" sldId="271"/>
            <ac:spMk id="4" creationId="{B62BD853-0779-D5F9-D884-F092D4DB9F7D}"/>
          </ac:spMkLst>
        </pc:spChg>
        <pc:spChg chg="add">
          <ac:chgData name="David Long" userId="f0dab1f4b2f59987" providerId="LiveId" clId="{BD423006-59C5-4E11-8B6B-507DC77F169F}" dt="2026-05-13T01:43:24.662" v="6515" actId="26606"/>
          <ac:spMkLst>
            <pc:docMk/>
            <pc:sldMk cId="3435028032" sldId="271"/>
            <ac:spMk id="1038" creationId="{04812C46-200A-4DEB-A05E-3ED6C68C2387}"/>
          </ac:spMkLst>
        </pc:spChg>
        <pc:spChg chg="add">
          <ac:chgData name="David Long" userId="f0dab1f4b2f59987" providerId="LiveId" clId="{BD423006-59C5-4E11-8B6B-507DC77F169F}" dt="2026-05-13T01:43:24.662" v="6515" actId="26606"/>
          <ac:spMkLst>
            <pc:docMk/>
            <pc:sldMk cId="3435028032" sldId="271"/>
            <ac:spMk id="1040" creationId="{D1EA859B-E555-4109-94F3-6700E046E008}"/>
          </ac:spMkLst>
        </pc:spChg>
        <pc:picChg chg="add mod ord">
          <ac:chgData name="David Long" userId="f0dab1f4b2f59987" providerId="LiveId" clId="{BD423006-59C5-4E11-8B6B-507DC77F169F}" dt="2026-05-13T01:43:41.109" v="6518" actId="1076"/>
          <ac:picMkLst>
            <pc:docMk/>
            <pc:sldMk cId="3435028032" sldId="271"/>
            <ac:picMk id="1026" creationId="{7FF001BC-162E-89C1-E021-C8A51ED03163}"/>
          </ac:picMkLst>
        </pc:picChg>
      </pc:sldChg>
      <pc:sldChg chg="modSp new mod">
        <pc:chgData name="David Long" userId="f0dab1f4b2f59987" providerId="LiveId" clId="{BD423006-59C5-4E11-8B6B-507DC77F169F}" dt="2026-05-13T02:08:21.286" v="6756" actId="2711"/>
        <pc:sldMkLst>
          <pc:docMk/>
          <pc:sldMk cId="3109729306" sldId="272"/>
        </pc:sldMkLst>
        <pc:spChg chg="mod">
          <ac:chgData name="David Long" userId="f0dab1f4b2f59987" providerId="LiveId" clId="{BD423006-59C5-4E11-8B6B-507DC77F169F}" dt="2026-05-13T01:40:15.174" v="6485" actId="20577"/>
          <ac:spMkLst>
            <pc:docMk/>
            <pc:sldMk cId="3109729306" sldId="272"/>
            <ac:spMk id="2" creationId="{E3C8F286-5669-8427-1D0F-CA345657D3AC}"/>
          </ac:spMkLst>
        </pc:spChg>
        <pc:spChg chg="mod">
          <ac:chgData name="David Long" userId="f0dab1f4b2f59987" providerId="LiveId" clId="{BD423006-59C5-4E11-8B6B-507DC77F169F}" dt="2026-05-13T02:08:21.286" v="6756" actId="2711"/>
          <ac:spMkLst>
            <pc:docMk/>
            <pc:sldMk cId="3109729306" sldId="272"/>
            <ac:spMk id="3" creationId="{493858AE-5184-BF77-CA05-BC56957F9AE2}"/>
          </ac:spMkLst>
        </pc:spChg>
      </pc:sldChg>
      <pc:sldChg chg="addSp delSp modSp new mod setBg">
        <pc:chgData name="David Long" userId="f0dab1f4b2f59987" providerId="LiveId" clId="{BD423006-59C5-4E11-8B6B-507DC77F169F}" dt="2026-05-15T01:49:12" v="7106" actId="20577"/>
        <pc:sldMkLst>
          <pc:docMk/>
          <pc:sldMk cId="1623446221" sldId="273"/>
        </pc:sldMkLst>
        <pc:spChg chg="mod">
          <ac:chgData name="David Long" userId="f0dab1f4b2f59987" providerId="LiveId" clId="{BD423006-59C5-4E11-8B6B-507DC77F169F}" dt="2026-05-15T01:49:12" v="7106" actId="20577"/>
          <ac:spMkLst>
            <pc:docMk/>
            <pc:sldMk cId="1623446221" sldId="273"/>
            <ac:spMk id="2" creationId="{39D3CBC1-2AD2-01BA-ECC0-F80F53A57024}"/>
          </ac:spMkLst>
        </pc:spChg>
        <pc:spChg chg="add mod">
          <ac:chgData name="David Long" userId="f0dab1f4b2f59987" providerId="LiveId" clId="{BD423006-59C5-4E11-8B6B-507DC77F169F}" dt="2026-05-13T03:15:55.959" v="6848" actId="1076"/>
          <ac:spMkLst>
            <pc:docMk/>
            <pc:sldMk cId="1623446221" sldId="273"/>
            <ac:spMk id="12" creationId="{3B527651-7CA6-4AC7-9223-819296932B89}"/>
          </ac:spMkLst>
        </pc:spChg>
        <pc:spChg chg="add mod">
          <ac:chgData name="David Long" userId="f0dab1f4b2f59987" providerId="LiveId" clId="{BD423006-59C5-4E11-8B6B-507DC77F169F}" dt="2026-05-13T03:16:25.782" v="6851" actId="1076"/>
          <ac:spMkLst>
            <pc:docMk/>
            <pc:sldMk cId="1623446221" sldId="273"/>
            <ac:spMk id="13" creationId="{BCDB3FBE-CB66-024E-2A5A-9D708B4D7C2C}"/>
          </ac:spMkLst>
        </pc:spChg>
        <pc:spChg chg="add">
          <ac:chgData name="David Long" userId="f0dab1f4b2f59987" providerId="LiveId" clId="{BD423006-59C5-4E11-8B6B-507DC77F169F}" dt="2026-05-13T01:59:12.255" v="6674" actId="26606"/>
          <ac:spMkLst>
            <pc:docMk/>
            <pc:sldMk cId="1623446221" sldId="273"/>
            <ac:spMk id="20" creationId="{99ED5833-B85B-4103-8A3B-CAB0308E6C15}"/>
          </ac:spMkLst>
        </pc:spChg>
        <pc:picChg chg="add mod">
          <ac:chgData name="David Long" userId="f0dab1f4b2f59987" providerId="LiveId" clId="{BD423006-59C5-4E11-8B6B-507DC77F169F}" dt="2026-05-13T01:59:21.159" v="6675" actId="1076"/>
          <ac:picMkLst>
            <pc:docMk/>
            <pc:sldMk cId="1623446221" sldId="273"/>
            <ac:picMk id="9" creationId="{9852A609-65F4-5063-7CDD-BDCBFC0038BE}"/>
          </ac:picMkLst>
        </pc:picChg>
        <pc:picChg chg="add mod">
          <ac:chgData name="David Long" userId="f0dab1f4b2f59987" providerId="LiveId" clId="{BD423006-59C5-4E11-8B6B-507DC77F169F}" dt="2026-05-13T01:59:22.273" v="6676" actId="1076"/>
          <ac:picMkLst>
            <pc:docMk/>
            <pc:sldMk cId="1623446221" sldId="273"/>
            <ac:picMk id="11" creationId="{BE249347-1702-E7C7-512E-1F3C9DF21FAF}"/>
          </ac:picMkLst>
        </pc:picChg>
        <pc:picChg chg="add mod">
          <ac:chgData name="David Long" userId="f0dab1f4b2f59987" providerId="LiveId" clId="{BD423006-59C5-4E11-8B6B-507DC77F169F}" dt="2026-05-13T03:16:33.326" v="6854" actId="1076"/>
          <ac:picMkLst>
            <pc:docMk/>
            <pc:sldMk cId="1623446221" sldId="273"/>
            <ac:picMk id="15" creationId="{72A4AE63-45E0-B938-3B71-04F52BE361A4}"/>
          </ac:picMkLst>
        </pc:picChg>
        <pc:picChg chg="add mod">
          <ac:chgData name="David Long" userId="f0dab1f4b2f59987" providerId="LiveId" clId="{BD423006-59C5-4E11-8B6B-507DC77F169F}" dt="2026-05-13T03:16:30.859" v="6853" actId="1076"/>
          <ac:picMkLst>
            <pc:docMk/>
            <pc:sldMk cId="1623446221" sldId="273"/>
            <ac:picMk id="19" creationId="{F1F5AEB4-4870-81DC-8C48-44A9C69F99B5}"/>
          </ac:picMkLst>
        </pc:picChg>
      </pc:sldChg>
      <pc:sldChg chg="addSp delSp modSp new mod setBg">
        <pc:chgData name="David Long" userId="f0dab1f4b2f59987" providerId="LiveId" clId="{BD423006-59C5-4E11-8B6B-507DC77F169F}" dt="2026-05-15T01:48:56.919" v="7090" actId="20577"/>
        <pc:sldMkLst>
          <pc:docMk/>
          <pc:sldMk cId="1605916702" sldId="274"/>
        </pc:sldMkLst>
        <pc:spChg chg="mod">
          <ac:chgData name="David Long" userId="f0dab1f4b2f59987" providerId="LiveId" clId="{BD423006-59C5-4E11-8B6B-507DC77F169F}" dt="2026-05-15T01:48:56.919" v="7090" actId="20577"/>
          <ac:spMkLst>
            <pc:docMk/>
            <pc:sldMk cId="1605916702" sldId="274"/>
            <ac:spMk id="2" creationId="{908B09E4-D676-312A-2925-0C2CD7BD82FD}"/>
          </ac:spMkLst>
        </pc:spChg>
        <pc:spChg chg="del">
          <ac:chgData name="David Long" userId="f0dab1f4b2f59987" providerId="LiveId" clId="{BD423006-59C5-4E11-8B6B-507DC77F169F}" dt="2026-05-15T01:44:27.088" v="6921"/>
          <ac:spMkLst>
            <pc:docMk/>
            <pc:sldMk cId="1605916702" sldId="274"/>
            <ac:spMk id="3" creationId="{27A295C8-0538-25CF-8669-88A2E978EA87}"/>
          </ac:spMkLst>
        </pc:spChg>
        <pc:spChg chg="add mod">
          <ac:chgData name="David Long" userId="f0dab1f4b2f59987" providerId="LiveId" clId="{BD423006-59C5-4E11-8B6B-507DC77F169F}" dt="2026-05-15T01:47:12.267" v="7078" actId="26606"/>
          <ac:spMkLst>
            <pc:docMk/>
            <pc:sldMk cId="1605916702" sldId="274"/>
            <ac:spMk id="4" creationId="{954CBAB1-6598-9422-700E-18DF863746B5}"/>
          </ac:spMkLst>
        </pc:spChg>
        <pc:grpChg chg="add">
          <ac:chgData name="David Long" userId="f0dab1f4b2f59987" providerId="LiveId" clId="{BD423006-59C5-4E11-8B6B-507DC77F169F}" dt="2026-05-15T01:47:12.267" v="7078" actId="26606"/>
          <ac:grpSpMkLst>
            <pc:docMk/>
            <pc:sldMk cId="1605916702" sldId="274"/>
            <ac:grpSpMk id="10" creationId="{6258F736-B256-8039-9DC6-F4E49A5C5AD5}"/>
          </ac:grpSpMkLst>
        </pc:grpChg>
        <pc:picChg chg="add mod">
          <ac:chgData name="David Long" userId="f0dab1f4b2f59987" providerId="LiveId" clId="{BD423006-59C5-4E11-8B6B-507DC77F169F}" dt="2026-05-15T01:47:12.267" v="7078" actId="26606"/>
          <ac:picMkLst>
            <pc:docMk/>
            <pc:sldMk cId="1605916702" sldId="274"/>
            <ac:picMk id="5" creationId="{11FEE290-E7ED-EE14-0AA0-E526D2BEA4D4}"/>
          </ac:picMkLst>
        </pc:picChg>
      </pc:sldChg>
      <pc:sldChg chg="addSp delSp modSp new mod">
        <pc:chgData name="David Long" userId="f0dab1f4b2f59987" providerId="LiveId" clId="{BD423006-59C5-4E11-8B6B-507DC77F169F}" dt="2026-05-15T01:55:08.015" v="7241" actId="1076"/>
        <pc:sldMkLst>
          <pc:docMk/>
          <pc:sldMk cId="3077003712" sldId="275"/>
        </pc:sldMkLst>
        <pc:spChg chg="mod">
          <ac:chgData name="David Long" userId="f0dab1f4b2f59987" providerId="LiveId" clId="{BD423006-59C5-4E11-8B6B-507DC77F169F}" dt="2026-05-15T01:51:04.960" v="7120"/>
          <ac:spMkLst>
            <pc:docMk/>
            <pc:sldMk cId="3077003712" sldId="275"/>
            <ac:spMk id="2" creationId="{1BABBA42-79E3-B2E7-04F2-D70FFBB4563F}"/>
          </ac:spMkLst>
        </pc:spChg>
        <pc:spChg chg="del">
          <ac:chgData name="David Long" userId="f0dab1f4b2f59987" providerId="LiveId" clId="{BD423006-59C5-4E11-8B6B-507DC77F169F}" dt="2026-05-15T01:51:10.400" v="7121"/>
          <ac:spMkLst>
            <pc:docMk/>
            <pc:sldMk cId="3077003712" sldId="275"/>
            <ac:spMk id="3" creationId="{BDCF49CF-7078-4461-4802-8AD8F020BFFF}"/>
          </ac:spMkLst>
        </pc:spChg>
        <pc:spChg chg="add mod">
          <ac:chgData name="David Long" userId="f0dab1f4b2f59987" providerId="LiveId" clId="{BD423006-59C5-4E11-8B6B-507DC77F169F}" dt="2026-05-15T01:55:08.015" v="7241" actId="1076"/>
          <ac:spMkLst>
            <pc:docMk/>
            <pc:sldMk cId="3077003712" sldId="275"/>
            <ac:spMk id="4" creationId="{909DB661-0DB9-F4F7-9F87-58F66E2A3ABC}"/>
          </ac:spMkLst>
        </pc:spChg>
      </pc:sldChg>
      <pc:sldChg chg="modSp new mod">
        <pc:chgData name="David Long" userId="f0dab1f4b2f59987" providerId="LiveId" clId="{BD423006-59C5-4E11-8B6B-507DC77F169F}" dt="2026-05-15T02:00:11.228" v="7288" actId="20577"/>
        <pc:sldMkLst>
          <pc:docMk/>
          <pc:sldMk cId="1515702093" sldId="276"/>
        </pc:sldMkLst>
        <pc:spChg chg="mod">
          <ac:chgData name="David Long" userId="f0dab1f4b2f59987" providerId="LiveId" clId="{BD423006-59C5-4E11-8B6B-507DC77F169F}" dt="2026-05-15T02:00:11.228" v="7288" actId="20577"/>
          <ac:spMkLst>
            <pc:docMk/>
            <pc:sldMk cId="1515702093" sldId="276"/>
            <ac:spMk id="2" creationId="{5EFBA895-ECD1-D82A-D021-C859E7D2CFE5}"/>
          </ac:spMkLst>
        </pc:spChg>
        <pc:spChg chg="mod">
          <ac:chgData name="David Long" userId="f0dab1f4b2f59987" providerId="LiveId" clId="{BD423006-59C5-4E11-8B6B-507DC77F169F}" dt="2026-05-15T01:59:43.575" v="7276" actId="27636"/>
          <ac:spMkLst>
            <pc:docMk/>
            <pc:sldMk cId="1515702093" sldId="276"/>
            <ac:spMk id="3" creationId="{38A9B97C-260A-5AFF-CABA-DE66FA43056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020111-FDA8-471F-8A04-87B4295C3DE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A6E8230-0EFD-4DCF-9003-D075E39E1B97}">
      <dgm:prSet/>
      <dgm:spPr/>
      <dgm:t>
        <a:bodyPr/>
        <a:lstStyle/>
        <a:p>
          <a:r>
            <a:rPr lang="en-US"/>
            <a:t>Mathematical Programming </a:t>
          </a:r>
        </a:p>
      </dgm:t>
    </dgm:pt>
    <dgm:pt modelId="{93465BAB-01A9-467B-8A3B-247DED3252A8}" type="parTrans" cxnId="{07728A55-F61D-4615-82B0-55A9753209B8}">
      <dgm:prSet/>
      <dgm:spPr/>
      <dgm:t>
        <a:bodyPr/>
        <a:lstStyle/>
        <a:p>
          <a:endParaRPr lang="en-US"/>
        </a:p>
      </dgm:t>
    </dgm:pt>
    <dgm:pt modelId="{2FEC4603-ECFE-4504-A03B-B787D6A6610A}" type="sibTrans" cxnId="{07728A55-F61D-4615-82B0-55A9753209B8}">
      <dgm:prSet/>
      <dgm:spPr/>
      <dgm:t>
        <a:bodyPr/>
        <a:lstStyle/>
        <a:p>
          <a:endParaRPr lang="en-US"/>
        </a:p>
      </dgm:t>
    </dgm:pt>
    <dgm:pt modelId="{18E1B4C1-77E8-4EE6-A766-09B72D6F956D}">
      <dgm:prSet/>
      <dgm:spPr/>
      <dgm:t>
        <a:bodyPr/>
        <a:lstStyle/>
        <a:p>
          <a:r>
            <a:rPr lang="en-US"/>
            <a:t>Stochastic Simulation </a:t>
          </a:r>
        </a:p>
      </dgm:t>
    </dgm:pt>
    <dgm:pt modelId="{BD18C9E6-A686-416E-80F9-9677C9163D83}" type="parTrans" cxnId="{5A6DECC1-A1B5-406B-A60E-F8BEAFF942C8}">
      <dgm:prSet/>
      <dgm:spPr/>
      <dgm:t>
        <a:bodyPr/>
        <a:lstStyle/>
        <a:p>
          <a:endParaRPr lang="en-US"/>
        </a:p>
      </dgm:t>
    </dgm:pt>
    <dgm:pt modelId="{8B7B73AA-96D4-4D15-9623-D10D0EECF0E6}" type="sibTrans" cxnId="{5A6DECC1-A1B5-406B-A60E-F8BEAFF942C8}">
      <dgm:prSet/>
      <dgm:spPr/>
      <dgm:t>
        <a:bodyPr/>
        <a:lstStyle/>
        <a:p>
          <a:endParaRPr lang="en-US"/>
        </a:p>
      </dgm:t>
    </dgm:pt>
    <dgm:pt modelId="{57D70619-EB1D-4C46-9EF8-D0365F4CCE16}">
      <dgm:prSet/>
      <dgm:spPr/>
      <dgm:t>
        <a:bodyPr/>
        <a:lstStyle/>
        <a:p>
          <a:r>
            <a:rPr lang="en-US"/>
            <a:t>Metaheuristic Algorithms</a:t>
          </a:r>
        </a:p>
      </dgm:t>
    </dgm:pt>
    <dgm:pt modelId="{C6E8FEB6-CDBB-431B-BE3A-37E2377A61B5}" type="parTrans" cxnId="{ECC50F5B-5AA4-4A9E-A6D3-057EAFD8E87C}">
      <dgm:prSet/>
      <dgm:spPr/>
      <dgm:t>
        <a:bodyPr/>
        <a:lstStyle/>
        <a:p>
          <a:endParaRPr lang="en-US"/>
        </a:p>
      </dgm:t>
    </dgm:pt>
    <dgm:pt modelId="{CC0D0DA3-A622-4E39-B952-6832E22BD89C}" type="sibTrans" cxnId="{ECC50F5B-5AA4-4A9E-A6D3-057EAFD8E87C}">
      <dgm:prSet/>
      <dgm:spPr/>
      <dgm:t>
        <a:bodyPr/>
        <a:lstStyle/>
        <a:p>
          <a:endParaRPr lang="en-US"/>
        </a:p>
      </dgm:t>
    </dgm:pt>
    <dgm:pt modelId="{EE4D7001-52A1-446A-9B96-2FA2619BD2CB}">
      <dgm:prSet/>
      <dgm:spPr/>
      <dgm:t>
        <a:bodyPr/>
        <a:lstStyle/>
        <a:p>
          <a:r>
            <a:rPr lang="en-US" dirty="0"/>
            <a:t>Selected approach: Simulated Annealing with Variable Neighbourhood Search (SAVNS) </a:t>
          </a:r>
          <a:r>
            <a:rPr lang="en-AU" dirty="0"/>
            <a:t>(Winata, 2011)</a:t>
          </a:r>
          <a:endParaRPr lang="en-US" dirty="0"/>
        </a:p>
      </dgm:t>
    </dgm:pt>
    <dgm:pt modelId="{E6C4F9D0-51FE-462D-9FC0-A3963E5FCF51}" type="parTrans" cxnId="{759B8031-C19B-4C32-9C28-8546E356F31E}">
      <dgm:prSet/>
      <dgm:spPr/>
      <dgm:t>
        <a:bodyPr/>
        <a:lstStyle/>
        <a:p>
          <a:endParaRPr lang="en-US"/>
        </a:p>
      </dgm:t>
    </dgm:pt>
    <dgm:pt modelId="{6B4ADE1B-BBFE-4976-8A09-D720F0F32F3C}" type="sibTrans" cxnId="{759B8031-C19B-4C32-9C28-8546E356F31E}">
      <dgm:prSet/>
      <dgm:spPr/>
      <dgm:t>
        <a:bodyPr/>
        <a:lstStyle/>
        <a:p>
          <a:endParaRPr lang="en-US"/>
        </a:p>
      </dgm:t>
    </dgm:pt>
    <dgm:pt modelId="{647E6C37-04C9-47E5-8346-E3CF4DF51787}" type="pres">
      <dgm:prSet presAssocID="{8C020111-FDA8-471F-8A04-87B4295C3DE6}" presName="root" presStyleCnt="0">
        <dgm:presLayoutVars>
          <dgm:dir/>
          <dgm:resizeHandles val="exact"/>
        </dgm:presLayoutVars>
      </dgm:prSet>
      <dgm:spPr/>
    </dgm:pt>
    <dgm:pt modelId="{A3F972F1-8DE7-48FE-90DC-EE0476016952}" type="pres">
      <dgm:prSet presAssocID="{2A6E8230-0EFD-4DCF-9003-D075E39E1B97}" presName="compNode" presStyleCnt="0"/>
      <dgm:spPr/>
    </dgm:pt>
    <dgm:pt modelId="{CA11AC62-8C08-469B-BBFE-8CEB1119DA44}" type="pres">
      <dgm:prSet presAssocID="{2A6E8230-0EFD-4DCF-9003-D075E39E1B97}" presName="bgRect" presStyleLbl="bgShp" presStyleIdx="0" presStyleCnt="4"/>
      <dgm:spPr/>
    </dgm:pt>
    <dgm:pt modelId="{0B79494C-B303-4764-966E-66EED8E8E923}" type="pres">
      <dgm:prSet presAssocID="{2A6E8230-0EFD-4DCF-9003-D075E39E1B9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lculator"/>
        </a:ext>
      </dgm:extLst>
    </dgm:pt>
    <dgm:pt modelId="{D711803C-7EAC-4C27-AB9C-1DAF3A0EFFAB}" type="pres">
      <dgm:prSet presAssocID="{2A6E8230-0EFD-4DCF-9003-D075E39E1B97}" presName="spaceRect" presStyleCnt="0"/>
      <dgm:spPr/>
    </dgm:pt>
    <dgm:pt modelId="{B106C89A-B853-43B1-8FB5-8F98095059F8}" type="pres">
      <dgm:prSet presAssocID="{2A6E8230-0EFD-4DCF-9003-D075E39E1B97}" presName="parTx" presStyleLbl="revTx" presStyleIdx="0" presStyleCnt="4">
        <dgm:presLayoutVars>
          <dgm:chMax val="0"/>
          <dgm:chPref val="0"/>
        </dgm:presLayoutVars>
      </dgm:prSet>
      <dgm:spPr/>
    </dgm:pt>
    <dgm:pt modelId="{9942D025-30D8-4547-A683-4BADDDFB48AC}" type="pres">
      <dgm:prSet presAssocID="{2FEC4603-ECFE-4504-A03B-B787D6A6610A}" presName="sibTrans" presStyleCnt="0"/>
      <dgm:spPr/>
    </dgm:pt>
    <dgm:pt modelId="{BE9CEFEB-2E9C-4411-B9CD-426A69399425}" type="pres">
      <dgm:prSet presAssocID="{18E1B4C1-77E8-4EE6-A766-09B72D6F956D}" presName="compNode" presStyleCnt="0"/>
      <dgm:spPr/>
    </dgm:pt>
    <dgm:pt modelId="{6E0C00B1-F5CD-44D2-B354-C747E0DC6853}" type="pres">
      <dgm:prSet presAssocID="{18E1B4C1-77E8-4EE6-A766-09B72D6F956D}" presName="bgRect" presStyleLbl="bgShp" presStyleIdx="1" presStyleCnt="4"/>
      <dgm:spPr/>
    </dgm:pt>
    <dgm:pt modelId="{06046487-05EB-4B59-98ED-54A9438334B1}" type="pres">
      <dgm:prSet presAssocID="{18E1B4C1-77E8-4EE6-A766-09B72D6F956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8FA7B2DD-8B93-4989-BA81-51F9AD675F99}" type="pres">
      <dgm:prSet presAssocID="{18E1B4C1-77E8-4EE6-A766-09B72D6F956D}" presName="spaceRect" presStyleCnt="0"/>
      <dgm:spPr/>
    </dgm:pt>
    <dgm:pt modelId="{B0E5C977-70F8-40C4-B8FF-8C3324F4859D}" type="pres">
      <dgm:prSet presAssocID="{18E1B4C1-77E8-4EE6-A766-09B72D6F956D}" presName="parTx" presStyleLbl="revTx" presStyleIdx="1" presStyleCnt="4">
        <dgm:presLayoutVars>
          <dgm:chMax val="0"/>
          <dgm:chPref val="0"/>
        </dgm:presLayoutVars>
      </dgm:prSet>
      <dgm:spPr/>
    </dgm:pt>
    <dgm:pt modelId="{CBA347B5-25C4-49C5-9D07-4C720D6A8051}" type="pres">
      <dgm:prSet presAssocID="{8B7B73AA-96D4-4D15-9623-D10D0EECF0E6}" presName="sibTrans" presStyleCnt="0"/>
      <dgm:spPr/>
    </dgm:pt>
    <dgm:pt modelId="{A4B4D2F3-D8C2-45D6-B27E-47E79E6AA313}" type="pres">
      <dgm:prSet presAssocID="{57D70619-EB1D-4C46-9EF8-D0365F4CCE16}" presName="compNode" presStyleCnt="0"/>
      <dgm:spPr/>
    </dgm:pt>
    <dgm:pt modelId="{BB825BDD-11F9-46A4-B6C2-49D3C9B95BBE}" type="pres">
      <dgm:prSet presAssocID="{57D70619-EB1D-4C46-9EF8-D0365F4CCE16}" presName="bgRect" presStyleLbl="bgShp" presStyleIdx="2" presStyleCnt="4"/>
      <dgm:spPr/>
    </dgm:pt>
    <dgm:pt modelId="{AF1A9200-852C-4045-8734-1DD99B021296}" type="pres">
      <dgm:prSet presAssocID="{57D70619-EB1D-4C46-9EF8-D0365F4CCE1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BAE76408-D7FD-487F-9BE8-E42C2D8BC49C}" type="pres">
      <dgm:prSet presAssocID="{57D70619-EB1D-4C46-9EF8-D0365F4CCE16}" presName="spaceRect" presStyleCnt="0"/>
      <dgm:spPr/>
    </dgm:pt>
    <dgm:pt modelId="{18C26B40-30A8-4F29-842C-97EBF614EB76}" type="pres">
      <dgm:prSet presAssocID="{57D70619-EB1D-4C46-9EF8-D0365F4CCE16}" presName="parTx" presStyleLbl="revTx" presStyleIdx="2" presStyleCnt="4">
        <dgm:presLayoutVars>
          <dgm:chMax val="0"/>
          <dgm:chPref val="0"/>
        </dgm:presLayoutVars>
      </dgm:prSet>
      <dgm:spPr/>
    </dgm:pt>
    <dgm:pt modelId="{F6FA0B16-81E7-44CA-B578-64BF08383799}" type="pres">
      <dgm:prSet presAssocID="{CC0D0DA3-A622-4E39-B952-6832E22BD89C}" presName="sibTrans" presStyleCnt="0"/>
      <dgm:spPr/>
    </dgm:pt>
    <dgm:pt modelId="{34E4FEAB-8DA6-488F-841C-4A51FABB3FA6}" type="pres">
      <dgm:prSet presAssocID="{EE4D7001-52A1-446A-9B96-2FA2619BD2CB}" presName="compNode" presStyleCnt="0"/>
      <dgm:spPr/>
    </dgm:pt>
    <dgm:pt modelId="{FF5A1AE2-A900-4BE0-A321-43A699C73F2D}" type="pres">
      <dgm:prSet presAssocID="{EE4D7001-52A1-446A-9B96-2FA2619BD2CB}" presName="bgRect" presStyleLbl="bgShp" presStyleIdx="3" presStyleCnt="4"/>
      <dgm:spPr/>
    </dgm:pt>
    <dgm:pt modelId="{7D78BE65-957E-4DC7-BC8A-BFBE881F594D}" type="pres">
      <dgm:prSet presAssocID="{EE4D7001-52A1-446A-9B96-2FA2619BD2C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1C187485-DCB8-4D9D-9E42-39545C102F6D}" type="pres">
      <dgm:prSet presAssocID="{EE4D7001-52A1-446A-9B96-2FA2619BD2CB}" presName="spaceRect" presStyleCnt="0"/>
      <dgm:spPr/>
    </dgm:pt>
    <dgm:pt modelId="{215AC3C7-EE2C-4525-AF5B-A893C9ACCE3D}" type="pres">
      <dgm:prSet presAssocID="{EE4D7001-52A1-446A-9B96-2FA2619BD2CB}" presName="parTx" presStyleLbl="revTx" presStyleIdx="3" presStyleCnt="4">
        <dgm:presLayoutVars>
          <dgm:chMax val="0"/>
          <dgm:chPref val="0"/>
        </dgm:presLayoutVars>
      </dgm:prSet>
      <dgm:spPr/>
    </dgm:pt>
  </dgm:ptLst>
  <dgm:cxnLst>
    <dgm:cxn modelId="{759B8031-C19B-4C32-9C28-8546E356F31E}" srcId="{8C020111-FDA8-471F-8A04-87B4295C3DE6}" destId="{EE4D7001-52A1-446A-9B96-2FA2619BD2CB}" srcOrd="3" destOrd="0" parTransId="{E6C4F9D0-51FE-462D-9FC0-A3963E5FCF51}" sibTransId="{6B4ADE1B-BBFE-4976-8A09-D720F0F32F3C}"/>
    <dgm:cxn modelId="{ECC50F5B-5AA4-4A9E-A6D3-057EAFD8E87C}" srcId="{8C020111-FDA8-471F-8A04-87B4295C3DE6}" destId="{57D70619-EB1D-4C46-9EF8-D0365F4CCE16}" srcOrd="2" destOrd="0" parTransId="{C6E8FEB6-CDBB-431B-BE3A-37E2377A61B5}" sibTransId="{CC0D0DA3-A622-4E39-B952-6832E22BD89C}"/>
    <dgm:cxn modelId="{7D407263-3D58-48EF-BE7E-8D5DA45A52F0}" type="presOf" srcId="{8C020111-FDA8-471F-8A04-87B4295C3DE6}" destId="{647E6C37-04C9-47E5-8346-E3CF4DF51787}" srcOrd="0" destOrd="0" presId="urn:microsoft.com/office/officeart/2018/2/layout/IconVerticalSolidList"/>
    <dgm:cxn modelId="{277E734E-6C9E-4249-A4F4-2594ECD2EA27}" type="presOf" srcId="{18E1B4C1-77E8-4EE6-A766-09B72D6F956D}" destId="{B0E5C977-70F8-40C4-B8FF-8C3324F4859D}" srcOrd="0" destOrd="0" presId="urn:microsoft.com/office/officeart/2018/2/layout/IconVerticalSolidList"/>
    <dgm:cxn modelId="{07728A55-F61D-4615-82B0-55A9753209B8}" srcId="{8C020111-FDA8-471F-8A04-87B4295C3DE6}" destId="{2A6E8230-0EFD-4DCF-9003-D075E39E1B97}" srcOrd="0" destOrd="0" parTransId="{93465BAB-01A9-467B-8A3B-247DED3252A8}" sibTransId="{2FEC4603-ECFE-4504-A03B-B787D6A6610A}"/>
    <dgm:cxn modelId="{2F108E7E-CAAC-408E-A354-9A680FBD3728}" type="presOf" srcId="{2A6E8230-0EFD-4DCF-9003-D075E39E1B97}" destId="{B106C89A-B853-43B1-8FB5-8F98095059F8}" srcOrd="0" destOrd="0" presId="urn:microsoft.com/office/officeart/2018/2/layout/IconVerticalSolidList"/>
    <dgm:cxn modelId="{54FC4FA4-A96E-4E88-8DD3-F6940E430D45}" type="presOf" srcId="{EE4D7001-52A1-446A-9B96-2FA2619BD2CB}" destId="{215AC3C7-EE2C-4525-AF5B-A893C9ACCE3D}" srcOrd="0" destOrd="0" presId="urn:microsoft.com/office/officeart/2018/2/layout/IconVerticalSolidList"/>
    <dgm:cxn modelId="{5A6DECC1-A1B5-406B-A60E-F8BEAFF942C8}" srcId="{8C020111-FDA8-471F-8A04-87B4295C3DE6}" destId="{18E1B4C1-77E8-4EE6-A766-09B72D6F956D}" srcOrd="1" destOrd="0" parTransId="{BD18C9E6-A686-416E-80F9-9677C9163D83}" sibTransId="{8B7B73AA-96D4-4D15-9623-D10D0EECF0E6}"/>
    <dgm:cxn modelId="{A0770BED-7645-4E4B-AC6E-CD554324D878}" type="presOf" srcId="{57D70619-EB1D-4C46-9EF8-D0365F4CCE16}" destId="{18C26B40-30A8-4F29-842C-97EBF614EB76}" srcOrd="0" destOrd="0" presId="urn:microsoft.com/office/officeart/2018/2/layout/IconVerticalSolidList"/>
    <dgm:cxn modelId="{56F6C1CC-3EA3-4C7F-B53A-CD938100079F}" type="presParOf" srcId="{647E6C37-04C9-47E5-8346-E3CF4DF51787}" destId="{A3F972F1-8DE7-48FE-90DC-EE0476016952}" srcOrd="0" destOrd="0" presId="urn:microsoft.com/office/officeart/2018/2/layout/IconVerticalSolidList"/>
    <dgm:cxn modelId="{0AE948C6-1755-413A-8F1C-DE297C4D1BF3}" type="presParOf" srcId="{A3F972F1-8DE7-48FE-90DC-EE0476016952}" destId="{CA11AC62-8C08-469B-BBFE-8CEB1119DA44}" srcOrd="0" destOrd="0" presId="urn:microsoft.com/office/officeart/2018/2/layout/IconVerticalSolidList"/>
    <dgm:cxn modelId="{ED89BD07-70FD-492D-B533-E0860981E1EF}" type="presParOf" srcId="{A3F972F1-8DE7-48FE-90DC-EE0476016952}" destId="{0B79494C-B303-4764-966E-66EED8E8E923}" srcOrd="1" destOrd="0" presId="urn:microsoft.com/office/officeart/2018/2/layout/IconVerticalSolidList"/>
    <dgm:cxn modelId="{4B75EB95-9894-4989-A5A8-B229DF2F8597}" type="presParOf" srcId="{A3F972F1-8DE7-48FE-90DC-EE0476016952}" destId="{D711803C-7EAC-4C27-AB9C-1DAF3A0EFFAB}" srcOrd="2" destOrd="0" presId="urn:microsoft.com/office/officeart/2018/2/layout/IconVerticalSolidList"/>
    <dgm:cxn modelId="{28D1B75D-BE53-4CCD-9952-FFD9076989A0}" type="presParOf" srcId="{A3F972F1-8DE7-48FE-90DC-EE0476016952}" destId="{B106C89A-B853-43B1-8FB5-8F98095059F8}" srcOrd="3" destOrd="0" presId="urn:microsoft.com/office/officeart/2018/2/layout/IconVerticalSolidList"/>
    <dgm:cxn modelId="{8E356E51-550E-40A0-8749-7BABCE80E587}" type="presParOf" srcId="{647E6C37-04C9-47E5-8346-E3CF4DF51787}" destId="{9942D025-30D8-4547-A683-4BADDDFB48AC}" srcOrd="1" destOrd="0" presId="urn:microsoft.com/office/officeart/2018/2/layout/IconVerticalSolidList"/>
    <dgm:cxn modelId="{D35421AD-1875-480D-8475-FFF1A6151BAC}" type="presParOf" srcId="{647E6C37-04C9-47E5-8346-E3CF4DF51787}" destId="{BE9CEFEB-2E9C-4411-B9CD-426A69399425}" srcOrd="2" destOrd="0" presId="urn:microsoft.com/office/officeart/2018/2/layout/IconVerticalSolidList"/>
    <dgm:cxn modelId="{607E68D0-CCB2-4566-8853-F8121F9A954A}" type="presParOf" srcId="{BE9CEFEB-2E9C-4411-B9CD-426A69399425}" destId="{6E0C00B1-F5CD-44D2-B354-C747E0DC6853}" srcOrd="0" destOrd="0" presId="urn:microsoft.com/office/officeart/2018/2/layout/IconVerticalSolidList"/>
    <dgm:cxn modelId="{C54F1ED3-49E4-48D9-96B9-FFA13C015020}" type="presParOf" srcId="{BE9CEFEB-2E9C-4411-B9CD-426A69399425}" destId="{06046487-05EB-4B59-98ED-54A9438334B1}" srcOrd="1" destOrd="0" presId="urn:microsoft.com/office/officeart/2018/2/layout/IconVerticalSolidList"/>
    <dgm:cxn modelId="{1735EE4B-7D9B-4CCC-9650-923B93160EF3}" type="presParOf" srcId="{BE9CEFEB-2E9C-4411-B9CD-426A69399425}" destId="{8FA7B2DD-8B93-4989-BA81-51F9AD675F99}" srcOrd="2" destOrd="0" presId="urn:microsoft.com/office/officeart/2018/2/layout/IconVerticalSolidList"/>
    <dgm:cxn modelId="{4E90E175-5B9E-459B-81A4-1ADBDD30B1B9}" type="presParOf" srcId="{BE9CEFEB-2E9C-4411-B9CD-426A69399425}" destId="{B0E5C977-70F8-40C4-B8FF-8C3324F4859D}" srcOrd="3" destOrd="0" presId="urn:microsoft.com/office/officeart/2018/2/layout/IconVerticalSolidList"/>
    <dgm:cxn modelId="{67DF9910-77A9-4BC1-A65E-D0A5A35CED1A}" type="presParOf" srcId="{647E6C37-04C9-47E5-8346-E3CF4DF51787}" destId="{CBA347B5-25C4-49C5-9D07-4C720D6A8051}" srcOrd="3" destOrd="0" presId="urn:microsoft.com/office/officeart/2018/2/layout/IconVerticalSolidList"/>
    <dgm:cxn modelId="{945F9517-C7E7-4D0F-9DF5-958F4C35D5ED}" type="presParOf" srcId="{647E6C37-04C9-47E5-8346-E3CF4DF51787}" destId="{A4B4D2F3-D8C2-45D6-B27E-47E79E6AA313}" srcOrd="4" destOrd="0" presId="urn:microsoft.com/office/officeart/2018/2/layout/IconVerticalSolidList"/>
    <dgm:cxn modelId="{D730537F-30C7-40B0-A982-EAC8F267E18D}" type="presParOf" srcId="{A4B4D2F3-D8C2-45D6-B27E-47E79E6AA313}" destId="{BB825BDD-11F9-46A4-B6C2-49D3C9B95BBE}" srcOrd="0" destOrd="0" presId="urn:microsoft.com/office/officeart/2018/2/layout/IconVerticalSolidList"/>
    <dgm:cxn modelId="{7C54343B-09D3-4BE6-BFDF-01EF5E23A68B}" type="presParOf" srcId="{A4B4D2F3-D8C2-45D6-B27E-47E79E6AA313}" destId="{AF1A9200-852C-4045-8734-1DD99B021296}" srcOrd="1" destOrd="0" presId="urn:microsoft.com/office/officeart/2018/2/layout/IconVerticalSolidList"/>
    <dgm:cxn modelId="{03A70AF8-8FCA-4F65-9A16-DB7DDF436C65}" type="presParOf" srcId="{A4B4D2F3-D8C2-45D6-B27E-47E79E6AA313}" destId="{BAE76408-D7FD-487F-9BE8-E42C2D8BC49C}" srcOrd="2" destOrd="0" presId="urn:microsoft.com/office/officeart/2018/2/layout/IconVerticalSolidList"/>
    <dgm:cxn modelId="{5577FE80-A058-4DE1-B11C-8F9005486F52}" type="presParOf" srcId="{A4B4D2F3-D8C2-45D6-B27E-47E79E6AA313}" destId="{18C26B40-30A8-4F29-842C-97EBF614EB76}" srcOrd="3" destOrd="0" presId="urn:microsoft.com/office/officeart/2018/2/layout/IconVerticalSolidList"/>
    <dgm:cxn modelId="{E150E383-B85B-492D-B2B6-77320C3A2D48}" type="presParOf" srcId="{647E6C37-04C9-47E5-8346-E3CF4DF51787}" destId="{F6FA0B16-81E7-44CA-B578-64BF08383799}" srcOrd="5" destOrd="0" presId="urn:microsoft.com/office/officeart/2018/2/layout/IconVerticalSolidList"/>
    <dgm:cxn modelId="{88A564F2-6FAD-4B21-A02B-E062F57751A8}" type="presParOf" srcId="{647E6C37-04C9-47E5-8346-E3CF4DF51787}" destId="{34E4FEAB-8DA6-488F-841C-4A51FABB3FA6}" srcOrd="6" destOrd="0" presId="urn:microsoft.com/office/officeart/2018/2/layout/IconVerticalSolidList"/>
    <dgm:cxn modelId="{9388B9EF-4B29-4E99-AF67-AB76C737F283}" type="presParOf" srcId="{34E4FEAB-8DA6-488F-841C-4A51FABB3FA6}" destId="{FF5A1AE2-A900-4BE0-A321-43A699C73F2D}" srcOrd="0" destOrd="0" presId="urn:microsoft.com/office/officeart/2018/2/layout/IconVerticalSolidList"/>
    <dgm:cxn modelId="{32C93F22-C8FB-4983-A291-640465AE77C1}" type="presParOf" srcId="{34E4FEAB-8DA6-488F-841C-4A51FABB3FA6}" destId="{7D78BE65-957E-4DC7-BC8A-BFBE881F594D}" srcOrd="1" destOrd="0" presId="urn:microsoft.com/office/officeart/2018/2/layout/IconVerticalSolidList"/>
    <dgm:cxn modelId="{D2DB75D6-5CD5-4AEF-AA14-677F90E66818}" type="presParOf" srcId="{34E4FEAB-8DA6-488F-841C-4A51FABB3FA6}" destId="{1C187485-DCB8-4D9D-9E42-39545C102F6D}" srcOrd="2" destOrd="0" presId="urn:microsoft.com/office/officeart/2018/2/layout/IconVerticalSolidList"/>
    <dgm:cxn modelId="{DB92D1D9-1C58-4A0E-8579-31BE0132EA4B}" type="presParOf" srcId="{34E4FEAB-8DA6-488F-841C-4A51FABB3FA6}" destId="{215AC3C7-EE2C-4525-AF5B-A893C9ACCE3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1AC62-8C08-469B-BBFE-8CEB1119DA44}">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79494C-B303-4764-966E-66EED8E8E923}">
      <dsp:nvSpPr>
        <dsp:cNvPr id="0" name=""/>
        <dsp:cNvSpPr/>
      </dsp:nvSpPr>
      <dsp:spPr>
        <a:xfrm>
          <a:off x="374076" y="280678"/>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06C89A-B853-43B1-8FB5-8F98095059F8}">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US" sz="2100" kern="1200"/>
            <a:t>Mathematical Programming </a:t>
          </a:r>
        </a:p>
      </dsp:txBody>
      <dsp:txXfrm>
        <a:off x="1428292" y="2439"/>
        <a:ext cx="4873308" cy="1236616"/>
      </dsp:txXfrm>
    </dsp:sp>
    <dsp:sp modelId="{6E0C00B1-F5CD-44D2-B354-C747E0DC6853}">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046487-05EB-4B59-98ED-54A9438334B1}">
      <dsp:nvSpPr>
        <dsp:cNvPr id="0" name=""/>
        <dsp:cNvSpPr/>
      </dsp:nvSpPr>
      <dsp:spPr>
        <a:xfrm>
          <a:off x="374076" y="1826449"/>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E5C977-70F8-40C4-B8FF-8C3324F4859D}">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US" sz="2100" kern="1200"/>
            <a:t>Stochastic Simulation </a:t>
          </a:r>
        </a:p>
      </dsp:txBody>
      <dsp:txXfrm>
        <a:off x="1428292" y="1548210"/>
        <a:ext cx="4873308" cy="1236616"/>
      </dsp:txXfrm>
    </dsp:sp>
    <dsp:sp modelId="{BB825BDD-11F9-46A4-B6C2-49D3C9B95BBE}">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1A9200-852C-4045-8734-1DD99B021296}">
      <dsp:nvSpPr>
        <dsp:cNvPr id="0" name=""/>
        <dsp:cNvSpPr/>
      </dsp:nvSpPr>
      <dsp:spPr>
        <a:xfrm>
          <a:off x="374076" y="3372220"/>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C26B40-30A8-4F29-842C-97EBF614EB76}">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US" sz="2100" kern="1200"/>
            <a:t>Metaheuristic Algorithms</a:t>
          </a:r>
        </a:p>
      </dsp:txBody>
      <dsp:txXfrm>
        <a:off x="1428292" y="3093981"/>
        <a:ext cx="4873308" cy="1236616"/>
      </dsp:txXfrm>
    </dsp:sp>
    <dsp:sp modelId="{FF5A1AE2-A900-4BE0-A321-43A699C73F2D}">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78BE65-957E-4DC7-BC8A-BFBE881F594D}">
      <dsp:nvSpPr>
        <dsp:cNvPr id="0" name=""/>
        <dsp:cNvSpPr/>
      </dsp:nvSpPr>
      <dsp:spPr>
        <a:xfrm>
          <a:off x="374076" y="4917991"/>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5AC3C7-EE2C-4525-AF5B-A893C9ACCE3D}">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US" sz="2100" kern="1200" dirty="0"/>
            <a:t>Selected approach: Simulated Annealing with Variable Neighbourhood Search (SAVNS) </a:t>
          </a:r>
          <a:r>
            <a:rPr lang="en-AU" sz="2100" kern="1200" dirty="0"/>
            <a:t>(Winata, 2011)</a:t>
          </a:r>
          <a:endParaRPr lang="en-US" sz="2100" kern="1200" dirty="0"/>
        </a:p>
      </dsp:txBody>
      <dsp:txXfrm>
        <a:off x="1428292" y="4639752"/>
        <a:ext cx="4873308" cy="12366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40086F-6501-442A-B5F5-9D09605BDEE0}" type="datetimeFigureOut">
              <a:rPr lang="en-AU" smtClean="0"/>
              <a:t>15/05/2026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084F6-DEB1-46CA-8A6A-74785726ECE7}" type="slidenum">
              <a:rPr lang="en-AU" smtClean="0"/>
              <a:t>‹#›</a:t>
            </a:fld>
            <a:endParaRPr lang="en-AU"/>
          </a:p>
        </p:txBody>
      </p:sp>
    </p:spTree>
    <p:extLst>
      <p:ext uri="{BB962C8B-B14F-4D97-AF65-F5344CB8AC3E}">
        <p14:creationId xmlns:p14="http://schemas.microsoft.com/office/powerpoint/2010/main" val="209146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Hello everyone, Today I’ll be presenting my Master of Data Science capstone project in collaboration with Northrop Grumman Australia. The project focuses on fleet planning schedule </a:t>
            </a:r>
            <a:r>
              <a:rPr lang="en-US" dirty="0" err="1"/>
              <a:t>optimisation</a:t>
            </a:r>
            <a:r>
              <a:rPr lang="en-US" dirty="0"/>
              <a:t> using hybrid metaheuristic algorithms</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introducing the technical side of the project, I want to begin with a real historical example that demonstrates why maintenance scheduling is so important.</a:t>
            </a:r>
          </a:p>
          <a:p>
            <a:r>
              <a:rPr lang="en-US" dirty="0"/>
              <a:t>During the 1995 United States Army Blackhawk deployment to Bosnia, a battalion reported an overall readiness level of 89 percent.</a:t>
            </a:r>
          </a:p>
          <a:p>
            <a:r>
              <a:rPr lang="en-US" dirty="0"/>
              <a:t>However, when deployment orders were issued, the commander required each aircraft to have at least 75 residual flight hours remaining before deployment.</a:t>
            </a:r>
          </a:p>
          <a:p>
            <a:r>
              <a:rPr lang="en-US" dirty="0"/>
              <a:t>Because the battalion had not properly staggered its aircraft maintenance cycles, nine out of the 24 helicopters were instantly deemed non-deployable.</a:t>
            </a:r>
          </a:p>
          <a:p>
            <a:r>
              <a:rPr lang="en-US" dirty="0"/>
              <a:t>As a result, the battalion experienced a major reduction in combat power despite appearing ready on paper.</a:t>
            </a:r>
          </a:p>
          <a:p>
            <a:r>
              <a:rPr lang="en-US" dirty="0"/>
              <a:t>This example highlights a key issue in fleet maintenance scheduling: high average readiness does not necessarily translate into operational readiness if maintenance events are poorly distributed.</a:t>
            </a:r>
          </a:p>
          <a:p>
            <a:r>
              <a:rPr lang="en-US" dirty="0"/>
              <a:t>This is the main motivation behind my project, developing </a:t>
            </a:r>
            <a:r>
              <a:rPr lang="en-US" dirty="0" err="1"/>
              <a:t>optimisation</a:t>
            </a:r>
            <a:r>
              <a:rPr lang="en-US" dirty="0"/>
              <a:t> algorithms that create smoother and more balanced maintenance schedules to </a:t>
            </a:r>
            <a:r>
              <a:rPr lang="en-US" dirty="0" err="1"/>
              <a:t>maximise</a:t>
            </a:r>
            <a:r>
              <a:rPr lang="en-US" dirty="0"/>
              <a:t> long-term fleet availability.</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2</a:t>
            </a:fld>
            <a:endParaRPr lang="en-AU"/>
          </a:p>
        </p:txBody>
      </p:sp>
    </p:spTree>
    <p:extLst>
      <p:ext uri="{BB962C8B-B14F-4D97-AF65-F5344CB8AC3E}">
        <p14:creationId xmlns:p14="http://schemas.microsoft.com/office/powerpoint/2010/main" val="2281051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High variance in availability happens when short term flight allocation causes multiple aircraft to exhaust their Residual Flight Time concurrently. If they all suddenly fail, there will not be enough resources such as dock space, mechanics and components to fix them all. This is why we need to stagger and space the maintenance checks out.</a:t>
            </a:r>
          </a:p>
          <a:p>
            <a:r>
              <a:rPr lang="en-US" dirty="0"/>
              <a:t>However, even if we manage to space the schedules out, random failures can also happen which causes disruptions in whole schedule, leading to a cascading effect.</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3</a:t>
            </a:fld>
            <a:endParaRPr lang="en-AU"/>
          </a:p>
        </p:txBody>
      </p:sp>
    </p:spTree>
    <p:extLst>
      <p:ext uri="{BB962C8B-B14F-4D97-AF65-F5344CB8AC3E}">
        <p14:creationId xmlns:p14="http://schemas.microsoft.com/office/powerpoint/2010/main" val="3758253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solve this problem efficiently, I conducted a literature review into existing aircraft fleet scheduling and maintenance </a:t>
            </a:r>
            <a:r>
              <a:rPr lang="en-US" dirty="0" err="1"/>
              <a:t>optimisation</a:t>
            </a:r>
            <a:r>
              <a:rPr lang="en-US" dirty="0"/>
              <a:t> techniques. The three major approaches were investigated: mathematical programming, stochastic simulation, and metaheuristic algorithms.</a:t>
            </a:r>
          </a:p>
          <a:p>
            <a:r>
              <a:rPr lang="en-US" dirty="0"/>
              <a:t>Mathematical programming methods can produce optimal solutions, but they often struggle with scalability and random failures.</a:t>
            </a:r>
          </a:p>
          <a:p>
            <a:r>
              <a:rPr lang="en-US" dirty="0"/>
              <a:t>Stochastic simulation is useful for modelling uncertainty and random failures,</a:t>
            </a:r>
          </a:p>
          <a:p>
            <a:r>
              <a:rPr lang="en-US" dirty="0"/>
              <a:t>However, metaheuristic algorithms are particularly effective for large-scale scheduling </a:t>
            </a:r>
            <a:r>
              <a:rPr lang="en-US" dirty="0" err="1"/>
              <a:t>optimisation</a:t>
            </a:r>
            <a:r>
              <a:rPr lang="en-US" dirty="0"/>
              <a:t> because they provide flexible and computationally efficient search strategies.</a:t>
            </a:r>
          </a:p>
          <a:p>
            <a:r>
              <a:rPr lang="en-US" dirty="0"/>
              <a:t>Based on these findings, I decided to pursue a hybrid </a:t>
            </a:r>
            <a:r>
              <a:rPr lang="en-US" dirty="0" err="1"/>
              <a:t>optimisation</a:t>
            </a:r>
            <a:r>
              <a:rPr lang="en-US" dirty="0"/>
              <a:t> approach using Simulated Annealing combined with Variable Neighbourhood Search.</a:t>
            </a:r>
          </a:p>
          <a:p>
            <a:r>
              <a:rPr lang="en-US" dirty="0"/>
              <a:t>The goal is to combine the global exploration capability of simulated annealing with the strong local search performance of variable neighborhood search.</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4</a:t>
            </a:fld>
            <a:endParaRPr lang="en-AU"/>
          </a:p>
        </p:txBody>
      </p:sp>
    </p:spTree>
    <p:extLst>
      <p:ext uri="{BB962C8B-B14F-4D97-AF65-F5344CB8AC3E}">
        <p14:creationId xmlns:p14="http://schemas.microsoft.com/office/powerpoint/2010/main" val="1885118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2E8C-64BE-4DD3-5F27-DA27B3D0B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07124-BE03-37E4-0D10-B2DB4625FFB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5052DF3-2D5E-8272-88B1-31CAEEDB2326}"/>
              </a:ext>
            </a:extLst>
          </p:cNvPr>
          <p:cNvSpPr>
            <a:spLocks noGrp="1"/>
          </p:cNvSpPr>
          <p:nvPr>
            <p:ph type="body" idx="1"/>
          </p:nvPr>
        </p:nvSpPr>
        <p:spPr/>
        <p:txBody>
          <a:bodyPr/>
          <a:lstStyle/>
          <a:p>
            <a:r>
              <a:rPr lang="en-US" dirty="0"/>
              <a:t>Now lets talk about my dataset. Northrop provided a simplified scheduling dataset for a fleet of 10 aircraft with each aircraft having 8 maintenance events with a fix duration.</a:t>
            </a:r>
          </a:p>
          <a:p>
            <a:r>
              <a:rPr lang="en-US" dirty="0"/>
              <a:t>Each maintenance event lasts 60 days, and future checks must begin within a 320 to 380 day window from the previous maintenance event.</a:t>
            </a:r>
          </a:p>
          <a:p>
            <a:r>
              <a:rPr lang="en-US" dirty="0"/>
              <a:t>I first developed a Python script to </a:t>
            </a:r>
            <a:r>
              <a:rPr lang="en-US" dirty="0" err="1"/>
              <a:t>visualise</a:t>
            </a:r>
            <a:r>
              <a:rPr lang="en-US" dirty="0"/>
              <a:t> aircraft availability over time.</a:t>
            </a:r>
          </a:p>
          <a:p>
            <a:r>
              <a:rPr lang="en-US" dirty="0"/>
              <a:t>This graph shows the initial </a:t>
            </a:r>
            <a:r>
              <a:rPr lang="en-US" dirty="0" err="1"/>
              <a:t>randomised</a:t>
            </a:r>
            <a:r>
              <a:rPr lang="en-US" dirty="0"/>
              <a:t> schedule. Large dips occur when too many aircraft enter maintenance simultaneously with up to six aircraft becoming unavailable at once.</a:t>
            </a:r>
          </a:p>
          <a:p>
            <a:r>
              <a:rPr lang="en-US" dirty="0"/>
              <a:t>The </a:t>
            </a:r>
            <a:r>
              <a:rPr lang="en-US" dirty="0" err="1"/>
              <a:t>optimisation</a:t>
            </a:r>
            <a:r>
              <a:rPr lang="en-US" dirty="0"/>
              <a:t> goal was to stagger these maintenance events so that no more than two aircraft are unavailable simultaneously, improving overall fleet availability and resource </a:t>
            </a:r>
            <a:r>
              <a:rPr lang="en-US" dirty="0" err="1"/>
              <a:t>utilisation</a:t>
            </a:r>
            <a:r>
              <a:rPr lang="en-US" dirty="0"/>
              <a:t>.</a:t>
            </a:r>
          </a:p>
        </p:txBody>
      </p:sp>
      <p:sp>
        <p:nvSpPr>
          <p:cNvPr id="4" name="Slide Number Placeholder 3">
            <a:extLst>
              <a:ext uri="{FF2B5EF4-FFF2-40B4-BE49-F238E27FC236}">
                <a16:creationId xmlns:a16="http://schemas.microsoft.com/office/drawing/2014/main" id="{AF6EECAF-192A-6798-9F62-1296C944EAA8}"/>
              </a:ext>
            </a:extLst>
          </p:cNvPr>
          <p:cNvSpPr>
            <a:spLocks noGrp="1"/>
          </p:cNvSpPr>
          <p:nvPr>
            <p:ph type="sldNum" sz="quarter" idx="5"/>
          </p:nvPr>
        </p:nvSpPr>
        <p:spPr/>
        <p:txBody>
          <a:bodyPr/>
          <a:lstStyle/>
          <a:p>
            <a:fld id="{81A084F6-DEB1-46CA-8A6A-74785726ECE7}" type="slidenum">
              <a:rPr lang="en-AU" smtClean="0"/>
              <a:t>5</a:t>
            </a:fld>
            <a:endParaRPr lang="en-AU"/>
          </a:p>
        </p:txBody>
      </p:sp>
    </p:spTree>
    <p:extLst>
      <p:ext uri="{BB962C8B-B14F-4D97-AF65-F5344CB8AC3E}">
        <p14:creationId xmlns:p14="http://schemas.microsoft.com/office/powerpoint/2010/main" val="1899823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To </a:t>
            </a:r>
            <a:r>
              <a:rPr lang="en-US" dirty="0" err="1"/>
              <a:t>optimise</a:t>
            </a:r>
            <a:r>
              <a:rPr lang="en-US" dirty="0"/>
              <a:t> the initial schedule, I implemented a Best-Improvement Neighbourhood Search algorithm. Since the dataset was extremely simple, advanced metaheuristic algorithms are not required yet and a simple neighborhood search can solve the problem.</a:t>
            </a:r>
          </a:p>
          <a:p>
            <a:r>
              <a:rPr lang="en-US" dirty="0"/>
              <a:t>The algorithm explores </a:t>
            </a:r>
            <a:r>
              <a:rPr lang="en-US" dirty="0" err="1"/>
              <a:t>neighbouring</a:t>
            </a:r>
            <a:r>
              <a:rPr lang="en-US" dirty="0"/>
              <a:t> solutions by shifting maintenance start dates while ensuring all scheduling constraints remain feasible, including the required 320 to 380 day maintenance intervals.</a:t>
            </a:r>
          </a:p>
          <a:p>
            <a:r>
              <a:rPr lang="en-US" dirty="0"/>
              <a:t>The </a:t>
            </a:r>
            <a:r>
              <a:rPr lang="en-US" dirty="0" err="1"/>
              <a:t>optimisation</a:t>
            </a:r>
            <a:r>
              <a:rPr lang="en-US" dirty="0"/>
              <a:t> objective was </a:t>
            </a:r>
            <a:r>
              <a:rPr lang="en-US" dirty="0" err="1"/>
              <a:t>prioritised</a:t>
            </a:r>
            <a:r>
              <a:rPr lang="en-US" dirty="0"/>
              <a:t> in two stages. First, </a:t>
            </a:r>
            <a:r>
              <a:rPr lang="en-US" dirty="0" err="1"/>
              <a:t>maximise</a:t>
            </a:r>
            <a:r>
              <a:rPr lang="en-US" dirty="0"/>
              <a:t> the minimum number of available aircraft across the schedule. Then, if multiple schedules achieved the same minimum availability, standard deviation was used as a secondary metric to smooth the schedule further.</a:t>
            </a:r>
          </a:p>
          <a:p>
            <a:r>
              <a:rPr lang="en-US" dirty="0"/>
              <a:t>As shown, neighborhood search successfully removed the major dips in availability and produced a much more balanced maintenance schedule.</a:t>
            </a:r>
          </a:p>
          <a:p>
            <a:r>
              <a:rPr lang="en-US" dirty="0"/>
              <a:t>This took about 300 iterations and only around a minute on my laptop to run.</a:t>
            </a:r>
          </a:p>
        </p:txBody>
      </p:sp>
      <p:sp>
        <p:nvSpPr>
          <p:cNvPr id="4" name="Slide Number Placeholder 3"/>
          <p:cNvSpPr>
            <a:spLocks noGrp="1"/>
          </p:cNvSpPr>
          <p:nvPr>
            <p:ph type="sldNum" sz="quarter" idx="5"/>
          </p:nvPr>
        </p:nvSpPr>
        <p:spPr/>
        <p:txBody>
          <a:bodyPr/>
          <a:lstStyle/>
          <a:p>
            <a:fld id="{81A084F6-DEB1-46CA-8A6A-74785726ECE7}" type="slidenum">
              <a:rPr lang="en-AU" smtClean="0"/>
              <a:t>6</a:t>
            </a:fld>
            <a:endParaRPr lang="en-AU"/>
          </a:p>
        </p:txBody>
      </p:sp>
    </p:spTree>
    <p:extLst>
      <p:ext uri="{BB962C8B-B14F-4D97-AF65-F5344CB8AC3E}">
        <p14:creationId xmlns:p14="http://schemas.microsoft.com/office/powerpoint/2010/main" val="618338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toward a more realistic scheduling problem, the simple dataset was extended into a dataset with heavy maintenance cycles.</a:t>
            </a:r>
          </a:p>
          <a:p>
            <a:r>
              <a:rPr lang="en-US" dirty="0"/>
              <a:t>The model now includes four different maintenance checks: A, B, C, and D checks, each with different durations, intervals, and scheduling flexibility.</a:t>
            </a:r>
          </a:p>
          <a:p>
            <a:r>
              <a:rPr lang="en-US" dirty="0"/>
              <a:t>Higher-level checks include the work from lower-level checks, creating a repeating maintenance cycle of A, B, A, C, A, B, A, D.</a:t>
            </a:r>
          </a:p>
          <a:p>
            <a:r>
              <a:rPr lang="en-US" dirty="0"/>
              <a:t>To properly capture long-term scheduling effects, the forecast horizon was extended to 12 years, representing approximately one and a half maintenance cycles.</a:t>
            </a:r>
          </a:p>
          <a:p>
            <a:r>
              <a:rPr lang="en-US" dirty="0"/>
              <a:t>This significantly increases scheduling complexity, especially as fleet size grows from small fleets to larger operational fleets of 10 to 24 aircraft and different maintenance durations.</a:t>
            </a:r>
          </a:p>
          <a:p>
            <a:r>
              <a:rPr lang="en-US" dirty="0"/>
              <a:t>The graph shows an example long-term availability forecast under this more realistic maintenance structure.</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7</a:t>
            </a:fld>
            <a:endParaRPr lang="en-AU"/>
          </a:p>
        </p:txBody>
      </p:sp>
    </p:spTree>
    <p:extLst>
      <p:ext uri="{BB962C8B-B14F-4D97-AF65-F5344CB8AC3E}">
        <p14:creationId xmlns:p14="http://schemas.microsoft.com/office/powerpoint/2010/main" val="3821960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extending the dataset to include realistic A, B, C, and D maintenance checks, I developed a scheduling </a:t>
            </a:r>
            <a:r>
              <a:rPr lang="en-US" dirty="0" err="1"/>
              <a:t>optimiser</a:t>
            </a:r>
            <a:r>
              <a:rPr lang="en-US" dirty="0"/>
              <a:t> using a Variable Neighbourhood Search approach.</a:t>
            </a:r>
          </a:p>
          <a:p>
            <a:r>
              <a:rPr lang="en-US" dirty="0"/>
              <a:t>This flowchart </a:t>
            </a:r>
            <a:r>
              <a:rPr lang="en-US" dirty="0" err="1"/>
              <a:t>summarises</a:t>
            </a:r>
            <a:r>
              <a:rPr lang="en-US" dirty="0"/>
              <a:t> the </a:t>
            </a:r>
            <a:r>
              <a:rPr lang="en-US" dirty="0" err="1"/>
              <a:t>optimisation</a:t>
            </a:r>
            <a:r>
              <a:rPr lang="en-US" dirty="0"/>
              <a:t> process.</a:t>
            </a:r>
          </a:p>
          <a:p>
            <a:r>
              <a:rPr lang="en-US" dirty="0"/>
              <a:t>The algorithm first computes aircraft availability across the entire 12-year forecast horizon and evaluates the schedule using three metrics: minimum availability, standard deviation, and average availability.</a:t>
            </a:r>
          </a:p>
          <a:p>
            <a:r>
              <a:rPr lang="en-US" dirty="0"/>
              <a:t>It then generates </a:t>
            </a:r>
            <a:r>
              <a:rPr lang="en-US" dirty="0" err="1"/>
              <a:t>neighbouring</a:t>
            </a:r>
            <a:r>
              <a:rPr lang="en-US" dirty="0"/>
              <a:t> schedules by shifting maintenance start dates within their feasible maintenance windows.</a:t>
            </a:r>
          </a:p>
          <a:p>
            <a:r>
              <a:rPr lang="en-US" dirty="0"/>
              <a:t>Each candidate schedule undergoes a feasibility check to ensure there are no overlapping maintenance events.</a:t>
            </a:r>
          </a:p>
          <a:p>
            <a:r>
              <a:rPr lang="en-US" dirty="0"/>
              <a:t>Initially, I attempted to use the same brute-force </a:t>
            </a:r>
            <a:r>
              <a:rPr lang="en-US" dirty="0" err="1"/>
              <a:t>neighbourhood</a:t>
            </a:r>
            <a:r>
              <a:rPr lang="en-US" dirty="0"/>
              <a:t> search approach that worked on the smaller dataset. However, the problem became significantly larger after scaling from 10 aircraft to 24 aircraft, with around 11 to 12 maintenance events per aircraft.</a:t>
            </a:r>
          </a:p>
          <a:p>
            <a:r>
              <a:rPr lang="en-US" dirty="0"/>
              <a:t>Because the </a:t>
            </a:r>
            <a:r>
              <a:rPr lang="en-US" dirty="0" err="1"/>
              <a:t>neighbourhood</a:t>
            </a:r>
            <a:r>
              <a:rPr lang="en-US" dirty="0"/>
              <a:t> size is determined by aircraft multiplied by events multiplied by shift combinations, each iteration could generate over 1000 </a:t>
            </a:r>
            <a:r>
              <a:rPr lang="en-US" dirty="0" err="1"/>
              <a:t>neighbouring</a:t>
            </a:r>
            <a:r>
              <a:rPr lang="en-US" dirty="0"/>
              <a:t> schedules.</a:t>
            </a:r>
          </a:p>
          <a:p>
            <a:r>
              <a:rPr lang="en-US" dirty="0"/>
              <a:t>Evaluating every </a:t>
            </a:r>
            <a:r>
              <a:rPr lang="en-US" dirty="0" err="1"/>
              <a:t>neighbour</a:t>
            </a:r>
            <a:r>
              <a:rPr lang="en-US" dirty="0"/>
              <a:t> became computationally expensive, and the algorithm was taking more than 30 minutes to complete.</a:t>
            </a:r>
          </a:p>
          <a:p>
            <a:r>
              <a:rPr lang="en-US" dirty="0"/>
              <a:t>To solve this issue, I introduced a random sampling strategy. Instead of evaluating all </a:t>
            </a:r>
            <a:r>
              <a:rPr lang="en-US" dirty="0" err="1"/>
              <a:t>neighbours</a:t>
            </a:r>
            <a:r>
              <a:rPr lang="en-US" dirty="0"/>
              <a:t>, the </a:t>
            </a:r>
            <a:r>
              <a:rPr lang="en-US" dirty="0" err="1"/>
              <a:t>optimiser</a:t>
            </a:r>
            <a:r>
              <a:rPr lang="en-US" dirty="0"/>
              <a:t> randomly selects 200 candidate </a:t>
            </a:r>
            <a:r>
              <a:rPr lang="en-US" dirty="0" err="1"/>
              <a:t>neighbours</a:t>
            </a:r>
            <a:r>
              <a:rPr lang="en-US" dirty="0"/>
              <a:t> each iteration.</a:t>
            </a:r>
          </a:p>
          <a:p>
            <a:r>
              <a:rPr lang="en-US" dirty="0"/>
              <a:t>This significantly reduced runtime while still consistently finding improved schedules, because 200 sampled </a:t>
            </a:r>
            <a:r>
              <a:rPr lang="en-US" dirty="0" err="1"/>
              <a:t>neighbours</a:t>
            </a:r>
            <a:r>
              <a:rPr lang="en-US" dirty="0"/>
              <a:t> were sufficient to identify better local solutions.</a:t>
            </a:r>
          </a:p>
          <a:p>
            <a:r>
              <a:rPr lang="en-US" dirty="0"/>
              <a:t>The </a:t>
            </a:r>
            <a:r>
              <a:rPr lang="en-US" dirty="0" err="1"/>
              <a:t>optimiser</a:t>
            </a:r>
            <a:r>
              <a:rPr lang="en-US" dirty="0"/>
              <a:t> then iteratively explores different shift sizes and accepts improvements that produce smoother fleet availability.</a:t>
            </a:r>
          </a:p>
          <a:p>
            <a:r>
              <a:rPr lang="en-US" dirty="0"/>
              <a:t>This process repeats until no further improvements can be found.</a:t>
            </a:r>
          </a:p>
        </p:txBody>
      </p:sp>
      <p:sp>
        <p:nvSpPr>
          <p:cNvPr id="4" name="Slide Number Placeholder 3"/>
          <p:cNvSpPr>
            <a:spLocks noGrp="1"/>
          </p:cNvSpPr>
          <p:nvPr>
            <p:ph type="sldNum" sz="quarter" idx="5"/>
          </p:nvPr>
        </p:nvSpPr>
        <p:spPr/>
        <p:txBody>
          <a:bodyPr/>
          <a:lstStyle/>
          <a:p>
            <a:fld id="{81A084F6-DEB1-46CA-8A6A-74785726ECE7}" type="slidenum">
              <a:rPr lang="en-AU" smtClean="0"/>
              <a:t>8</a:t>
            </a:fld>
            <a:endParaRPr lang="en-AU"/>
          </a:p>
        </p:txBody>
      </p:sp>
    </p:spTree>
    <p:extLst>
      <p:ext uri="{BB962C8B-B14F-4D97-AF65-F5344CB8AC3E}">
        <p14:creationId xmlns:p14="http://schemas.microsoft.com/office/powerpoint/2010/main" val="2193473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34573-8912-13B1-45A0-60D5537CF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FFDE2-3DAA-F09B-1411-CAB7AFDF6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6D9C9-7D2A-0148-BDA5-A0E1F4ECC718}"/>
              </a:ext>
            </a:extLst>
          </p:cNvPr>
          <p:cNvSpPr>
            <a:spLocks noGrp="1"/>
          </p:cNvSpPr>
          <p:nvPr>
            <p:ph type="body" idx="1"/>
          </p:nvPr>
        </p:nvSpPr>
        <p:spPr/>
        <p:txBody>
          <a:bodyPr/>
          <a:lstStyle/>
          <a:p>
            <a:r>
              <a:rPr lang="en-US" dirty="0"/>
              <a:t>This graph shows the </a:t>
            </a:r>
            <a:r>
              <a:rPr lang="en-US" dirty="0" err="1"/>
              <a:t>optimised</a:t>
            </a:r>
            <a:r>
              <a:rPr lang="en-US" dirty="0"/>
              <a:t> 12-year fleet availability forecast.</a:t>
            </a:r>
          </a:p>
          <a:p>
            <a:r>
              <a:rPr lang="en-US" dirty="0"/>
              <a:t>Compared to the original schedule shown in blue, the </a:t>
            </a:r>
            <a:r>
              <a:rPr lang="en-US" dirty="0" err="1"/>
              <a:t>optimised</a:t>
            </a:r>
            <a:r>
              <a:rPr lang="en-US" dirty="0"/>
              <a:t> schedule shown in red significantly reduces large dips in availability and creates a much smoother maintenance distribution.</a:t>
            </a:r>
          </a:p>
          <a:p>
            <a:r>
              <a:rPr lang="en-US"/>
              <a:t>While </a:t>
            </a:r>
            <a:r>
              <a:rPr lang="en-US" dirty="0"/>
              <a:t>this work currently operates on a deterministic model, it establishes a strong foundation for future extensions involving stochastic failures and hybrid </a:t>
            </a:r>
            <a:r>
              <a:rPr lang="en-US" dirty="0" err="1"/>
              <a:t>optimisation</a:t>
            </a:r>
            <a:r>
              <a:rPr lang="en-US" dirty="0"/>
              <a:t> methods such as Simulated Annealing with Variable Neighbourhood Search.</a:t>
            </a:r>
          </a:p>
          <a:p>
            <a:r>
              <a:rPr lang="en-US" dirty="0"/>
              <a:t>Ultimately, the goal of this research is to develop scalable tools that support better operational decision-making and improve real-world fleet </a:t>
            </a:r>
            <a:r>
              <a:rPr lang="en-US" dirty="0" err="1"/>
              <a:t>deployability</a:t>
            </a:r>
            <a:r>
              <a:rPr lang="en-US" dirty="0"/>
              <a:t>. Thank you for listening.</a:t>
            </a:r>
          </a:p>
          <a:p>
            <a:endParaRPr lang="en-US" dirty="0"/>
          </a:p>
        </p:txBody>
      </p:sp>
      <p:sp>
        <p:nvSpPr>
          <p:cNvPr id="4" name="Slide Number Placeholder 3">
            <a:extLst>
              <a:ext uri="{FF2B5EF4-FFF2-40B4-BE49-F238E27FC236}">
                <a16:creationId xmlns:a16="http://schemas.microsoft.com/office/drawing/2014/main" id="{12BF1379-8678-C3EB-6EDE-19A8BCB946C2}"/>
              </a:ext>
            </a:extLst>
          </p:cNvPr>
          <p:cNvSpPr>
            <a:spLocks noGrp="1"/>
          </p:cNvSpPr>
          <p:nvPr>
            <p:ph type="sldNum" sz="quarter" idx="5"/>
          </p:nvPr>
        </p:nvSpPr>
        <p:spPr/>
        <p:txBody>
          <a:bodyPr/>
          <a:lstStyle/>
          <a:p>
            <a:fld id="{81A084F6-DEB1-46CA-8A6A-74785726ECE7}" type="slidenum">
              <a:rPr lang="en-AU" smtClean="0"/>
              <a:t>9</a:t>
            </a:fld>
            <a:endParaRPr lang="en-AU"/>
          </a:p>
        </p:txBody>
      </p:sp>
    </p:spTree>
    <p:extLst>
      <p:ext uri="{BB962C8B-B14F-4D97-AF65-F5344CB8AC3E}">
        <p14:creationId xmlns:p14="http://schemas.microsoft.com/office/powerpoint/2010/main" val="2947785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AC29-5489-7E59-EAC9-D647FB4842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2501C13-E0B2-D076-7CD7-A6AC33D13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BAABFF5-6218-2733-F7D7-DD43FF3EAF22}"/>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5" name="Footer Placeholder 4">
            <a:extLst>
              <a:ext uri="{FF2B5EF4-FFF2-40B4-BE49-F238E27FC236}">
                <a16:creationId xmlns:a16="http://schemas.microsoft.com/office/drawing/2014/main" id="{E33C09D1-4BB8-DFBC-BBAA-CF2404718D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F124C5-CBB2-6745-3685-4BA6A7EDC06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5966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5595-0FC8-A071-C6A1-FD736E6572D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85C650A-169D-8AE2-1DCA-D4E4EDE6F5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B2D135-BC8E-4B1F-B311-615BDA2B09D9}"/>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5" name="Footer Placeholder 4">
            <a:extLst>
              <a:ext uri="{FF2B5EF4-FFF2-40B4-BE49-F238E27FC236}">
                <a16:creationId xmlns:a16="http://schemas.microsoft.com/office/drawing/2014/main" id="{288E205C-2CDA-B38C-FCDF-0583627C1F9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BE7FF6-BD67-1FA2-6C13-761141E5CCDC}"/>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403226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7FDA-BC2B-2887-C4A9-7B9ED0445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7202086-03F0-09BB-A77A-4FB4C29E2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266CE-BB85-0270-43B0-3C359B125F62}"/>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5" name="Footer Placeholder 4">
            <a:extLst>
              <a:ext uri="{FF2B5EF4-FFF2-40B4-BE49-F238E27FC236}">
                <a16:creationId xmlns:a16="http://schemas.microsoft.com/office/drawing/2014/main" id="{6C6BB362-5A23-5B68-BE51-F0911E4A9B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CC5297-93D0-8140-2ACD-F50F9574CA8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0954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449-3E44-6EA6-776C-F7F459ED8A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2D6B937-9F21-3E4E-4E61-D5AE3E5B6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C8022D0-26BA-67B5-621D-EBA2C13C8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C5D2C76-6DCC-1274-1CD9-163BE5B5D151}"/>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6" name="Footer Placeholder 5">
            <a:extLst>
              <a:ext uri="{FF2B5EF4-FFF2-40B4-BE49-F238E27FC236}">
                <a16:creationId xmlns:a16="http://schemas.microsoft.com/office/drawing/2014/main" id="{8395CCA0-9807-AF6E-1257-31140E40EB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E7ADBAA-34A0-299F-9CC8-4E887DC80D98}"/>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949874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3C85-D656-7770-7F02-ABA0B758BA1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586C69-4818-8D27-53B3-61459A979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0F99EB-0DDC-F689-0CAD-3B8A4EF148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D655FA0-F4BF-294D-6C91-839EC185E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2D8F-9E7C-BFCC-7506-42FAD0452A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3A9DA42-17EC-0526-9EAE-55968BE9C9C8}"/>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8" name="Footer Placeholder 7">
            <a:extLst>
              <a:ext uri="{FF2B5EF4-FFF2-40B4-BE49-F238E27FC236}">
                <a16:creationId xmlns:a16="http://schemas.microsoft.com/office/drawing/2014/main" id="{FFA22C3E-FF08-4F95-71B6-A3DFCB2B1F1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A8EF523-A7A4-5C96-A87E-62A9FFE82A7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20638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2C16-082C-1C2D-2E7F-5A6EAA6DED3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B9E42EB-571E-35CA-2A3B-7512CBAD6A7F}"/>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4" name="Footer Placeholder 3">
            <a:extLst>
              <a:ext uri="{FF2B5EF4-FFF2-40B4-BE49-F238E27FC236}">
                <a16:creationId xmlns:a16="http://schemas.microsoft.com/office/drawing/2014/main" id="{A06FFC9C-6799-4836-1125-10115B307C9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66A684E-FF97-AD89-A309-B4EF8132F303}"/>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579082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33FB7-EB70-9CAB-3760-550ED1D9537A}"/>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3" name="Footer Placeholder 2">
            <a:extLst>
              <a:ext uri="{FF2B5EF4-FFF2-40B4-BE49-F238E27FC236}">
                <a16:creationId xmlns:a16="http://schemas.microsoft.com/office/drawing/2014/main" id="{39E3D347-9DE0-5C07-52C1-88314FBC982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4943FF2-4A69-6A74-5C0D-F878E8C9654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381250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8DE-29C8-674F-C03A-256434246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5E168ED-8F37-98B1-EF30-760C493A43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8F23C02-58C9-E86C-64B0-548C80A60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717D8-E341-BB22-238E-E9AFE292D73C}"/>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6" name="Footer Placeholder 5">
            <a:extLst>
              <a:ext uri="{FF2B5EF4-FFF2-40B4-BE49-F238E27FC236}">
                <a16:creationId xmlns:a16="http://schemas.microsoft.com/office/drawing/2014/main" id="{649953E8-4735-72DA-6B79-6867005BBF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C09CD1-1C39-4510-CDA4-ED3EA977269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719570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23AD-791B-B7F3-A376-E608A61CD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5BFF0F7-6039-9D71-D0F2-F020EB1BD4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AE11312-EB3B-5541-AF2E-8A5A7DB73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F2DDDA-6916-3433-381F-F9E3D806F841}"/>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6" name="Footer Placeholder 5">
            <a:extLst>
              <a:ext uri="{FF2B5EF4-FFF2-40B4-BE49-F238E27FC236}">
                <a16:creationId xmlns:a16="http://schemas.microsoft.com/office/drawing/2014/main" id="{7561D945-48A8-8981-9F9B-8D606E9E1B9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B9CBBC1-F6AE-DF73-5D10-1AFE1FE8DB9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05968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948F-B5F0-6E1C-9D2F-FE655DBFF4C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98B8EDC-C405-DDDD-C07D-E4B134181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54D829-7E7C-76B9-31E3-3CF6DB4EB570}"/>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5" name="Footer Placeholder 4">
            <a:extLst>
              <a:ext uri="{FF2B5EF4-FFF2-40B4-BE49-F238E27FC236}">
                <a16:creationId xmlns:a16="http://schemas.microsoft.com/office/drawing/2014/main" id="{B599E042-4052-64D4-92D5-404003C8F3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556AAB2-7265-573F-5D26-153411B57CC5}"/>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7246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CFF2DB-AAD9-5CB0-E51B-B937F5D7F4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8E478B-10DD-1473-2606-A5B3834623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53A97E-9A01-7B17-FE27-E352FCAA339F}"/>
              </a:ext>
            </a:extLst>
          </p:cNvPr>
          <p:cNvSpPr>
            <a:spLocks noGrp="1"/>
          </p:cNvSpPr>
          <p:nvPr>
            <p:ph type="dt" sz="half" idx="10"/>
          </p:nvPr>
        </p:nvSpPr>
        <p:spPr/>
        <p:txBody>
          <a:bodyPr/>
          <a:lstStyle/>
          <a:p>
            <a:fld id="{9F7A5D4D-6049-4B4A-AC9A-1E104DF16849}" type="datetimeFigureOut">
              <a:rPr lang="en-AU" smtClean="0"/>
              <a:t>15/05/2026</a:t>
            </a:fld>
            <a:endParaRPr lang="en-AU"/>
          </a:p>
        </p:txBody>
      </p:sp>
      <p:sp>
        <p:nvSpPr>
          <p:cNvPr id="5" name="Footer Placeholder 4">
            <a:extLst>
              <a:ext uri="{FF2B5EF4-FFF2-40B4-BE49-F238E27FC236}">
                <a16:creationId xmlns:a16="http://schemas.microsoft.com/office/drawing/2014/main" id="{0B722961-B1D5-80C6-4DDD-DF3201DAF9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DB7E82-8EF1-B9DA-9BFB-DF20717AFEC9}"/>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5953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E53780-02F0-855E-B11C-90780D546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8840E0-0AF6-2A1F-24E0-8970A6C9BD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175E01E-A400-C215-C4C4-272CCB5FE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A5D4D-6049-4B4A-AC9A-1E104DF16849}" type="datetimeFigureOut">
              <a:rPr lang="en-AU" smtClean="0"/>
              <a:t>15/05/2026</a:t>
            </a:fld>
            <a:endParaRPr lang="en-AU"/>
          </a:p>
        </p:txBody>
      </p:sp>
      <p:sp>
        <p:nvSpPr>
          <p:cNvPr id="5" name="Footer Placeholder 4">
            <a:extLst>
              <a:ext uri="{FF2B5EF4-FFF2-40B4-BE49-F238E27FC236}">
                <a16:creationId xmlns:a16="http://schemas.microsoft.com/office/drawing/2014/main" id="{1E5BA32E-F332-6240-29D9-F2CB902BAF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8ACC8AC-8647-5973-91D8-83A30196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6143E0-65BA-4AF4-B9F5-3A622158391E}" type="slidenum">
              <a:rPr lang="en-AU" smtClean="0"/>
              <a:t>‹#›</a:t>
            </a:fld>
            <a:endParaRPr lang="en-AU"/>
          </a:p>
        </p:txBody>
      </p:sp>
    </p:spTree>
    <p:extLst>
      <p:ext uri="{BB962C8B-B14F-4D97-AF65-F5344CB8AC3E}">
        <p14:creationId xmlns:p14="http://schemas.microsoft.com/office/powerpoint/2010/main" val="826857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8009" y="1941803"/>
            <a:ext cx="9760880" cy="6632585"/>
          </a:xfrm>
          <a:prstGeom prst="rect">
            <a:avLst/>
          </a:prstGeom>
          <a:noFill/>
        </p:spPr>
        <p:txBody>
          <a:bodyPr wrap="square" rtlCol="0">
            <a:spAutoFit/>
          </a:bodyPr>
          <a:lstStyle/>
          <a:p>
            <a:r>
              <a:rPr lang="en-US" sz="3500" b="1" dirty="0">
                <a:solidFill>
                  <a:schemeClr val="bg1"/>
                </a:solidFill>
              </a:rPr>
              <a:t>Data Science Capstone Project 1: Seminar </a:t>
            </a:r>
          </a:p>
          <a:p>
            <a:r>
              <a:rPr lang="en-GB" sz="3500" b="1" dirty="0">
                <a:solidFill>
                  <a:schemeClr val="bg1"/>
                </a:solidFill>
              </a:rPr>
              <a:t>Fleet Plan Scheduling Algorithm Research</a:t>
            </a:r>
          </a:p>
          <a:p>
            <a:endParaRPr lang="en-GB" sz="3500" b="1" dirty="0">
              <a:solidFill>
                <a:schemeClr val="bg1"/>
              </a:solidFill>
            </a:endParaRPr>
          </a:p>
          <a:p>
            <a:endParaRPr lang="en-GB" sz="3500" b="1" dirty="0">
              <a:solidFill>
                <a:schemeClr val="bg1"/>
              </a:solidFill>
            </a:endParaRPr>
          </a:p>
          <a:p>
            <a:endParaRPr lang="en-GB" sz="3500" b="1" dirty="0">
              <a:solidFill>
                <a:schemeClr val="bg1"/>
              </a:solidFill>
            </a:endParaRPr>
          </a:p>
          <a:p>
            <a:r>
              <a:rPr lang="en-GB" sz="2000" b="1" dirty="0">
                <a:solidFill>
                  <a:schemeClr val="bg1"/>
                </a:solidFill>
              </a:rPr>
              <a:t>Presenter: David Long</a:t>
            </a:r>
          </a:p>
          <a:p>
            <a:endParaRPr lang="en-GB" sz="35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GB" sz="2000" b="1" dirty="0">
              <a:solidFill>
                <a:schemeClr val="bg1"/>
              </a:solidFill>
            </a:endParaRPr>
          </a:p>
          <a:p>
            <a:endParaRPr lang="en-US" sz="350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4398117" y="2874216"/>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lack Hawk Helicopter celebrates 40 years of aviation service with the Army  | Article | The United States Army">
            <a:extLst>
              <a:ext uri="{FF2B5EF4-FFF2-40B4-BE49-F238E27FC236}">
                <a16:creationId xmlns:a16="http://schemas.microsoft.com/office/drawing/2014/main" id="{7FF001BC-162E-89C1-E021-C8A51ED03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31" r="2" b="2"/>
          <a:stretch>
            <a:fillRect/>
          </a:stretch>
        </p:blipFill>
        <p:spPr bwMode="auto">
          <a:xfrm>
            <a:off x="3482606" y="10"/>
            <a:ext cx="8709392" cy="6176953"/>
          </a:xfrm>
          <a:prstGeom prst="rect">
            <a:avLst/>
          </a:prstGeom>
          <a:noFill/>
          <a:extLst>
            <a:ext uri="{909E8E84-426E-40DD-AFC4-6F175D3DCCD1}">
              <a14:hiddenFill xmlns:a14="http://schemas.microsoft.com/office/drawing/2010/main">
                <a:solidFill>
                  <a:srgbClr val="FFFFFF"/>
                </a:solidFill>
              </a14:hiddenFill>
            </a:ext>
          </a:extLst>
        </p:spPr>
      </p:pic>
      <p:sp>
        <p:nvSpPr>
          <p:cNvPr id="1040" name="Rectangle 103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DF69EB-F8A5-0712-6D73-5D3D469C41A1}"/>
              </a:ext>
            </a:extLst>
          </p:cNvPr>
          <p:cNvSpPr>
            <a:spLocks noGrp="1"/>
          </p:cNvSpPr>
          <p:nvPr>
            <p:ph type="title"/>
          </p:nvPr>
        </p:nvSpPr>
        <p:spPr>
          <a:xfrm>
            <a:off x="838200" y="365125"/>
            <a:ext cx="3822189" cy="1899912"/>
          </a:xfrm>
        </p:spPr>
        <p:txBody>
          <a:bodyPr>
            <a:normAutofit/>
          </a:bodyPr>
          <a:lstStyle/>
          <a:p>
            <a:r>
              <a:rPr lang="en-AU" sz="3700" dirty="0"/>
              <a:t>Why Maintenance Scheduling Matters</a:t>
            </a:r>
          </a:p>
        </p:txBody>
      </p:sp>
      <p:sp>
        <p:nvSpPr>
          <p:cNvPr id="3" name="Content Placeholder 2">
            <a:extLst>
              <a:ext uri="{FF2B5EF4-FFF2-40B4-BE49-F238E27FC236}">
                <a16:creationId xmlns:a16="http://schemas.microsoft.com/office/drawing/2014/main" id="{F2E8E325-8B04-C877-5359-82A3CC5E15C3}"/>
              </a:ext>
            </a:extLst>
          </p:cNvPr>
          <p:cNvSpPr>
            <a:spLocks noGrp="1"/>
          </p:cNvSpPr>
          <p:nvPr>
            <p:ph idx="1"/>
          </p:nvPr>
        </p:nvSpPr>
        <p:spPr>
          <a:xfrm>
            <a:off x="613458" y="2434201"/>
            <a:ext cx="4613635" cy="3742762"/>
          </a:xfrm>
        </p:spPr>
        <p:txBody>
          <a:bodyPr>
            <a:normAutofit/>
          </a:bodyPr>
          <a:lstStyle/>
          <a:p>
            <a:r>
              <a:rPr lang="en-US" sz="2000" dirty="0">
                <a:latin typeface="Arial" panose="020B0604020202020204" pitchFamily="34" charset="0"/>
                <a:cs typeface="Arial" panose="020B0604020202020204" pitchFamily="34" charset="0"/>
              </a:rPr>
              <a:t>In 1995, a US Army Blackhawk battalion reported 89% readiness. </a:t>
            </a:r>
            <a:r>
              <a:rPr lang="en-AU" sz="2000" dirty="0">
                <a:latin typeface="Arial" panose="020B0604020202020204" pitchFamily="34" charset="0"/>
                <a:cs typeface="Arial" panose="020B0604020202020204" pitchFamily="34" charset="0"/>
              </a:rPr>
              <a:t>But when ordered to deploy, the commander mandated that no aircraft could deploy if it had less than 75 hours remaining until its next phase maintenance (Pippin, 1998).</a:t>
            </a:r>
          </a:p>
          <a:p>
            <a:r>
              <a:rPr lang="en-US" sz="2000" dirty="0">
                <a:latin typeface="Arial" panose="020B0604020202020204" pitchFamily="34" charset="0"/>
                <a:cs typeface="Arial" panose="020B0604020202020204" pitchFamily="34" charset="0"/>
              </a:rPr>
              <a:t>9 of 24 helicopters were immediately non-deployable due to poor maintenance staggering.</a:t>
            </a:r>
          </a:p>
          <a:p>
            <a:r>
              <a:rPr lang="en-AU" sz="2000" dirty="0">
                <a:latin typeface="Arial" panose="020B0604020202020204" pitchFamily="34" charset="0"/>
                <a:cs typeface="Arial" panose="020B0604020202020204" pitchFamily="34" charset="0"/>
              </a:rPr>
              <a:t>This represented a massive loss of power. </a:t>
            </a:r>
            <a:endParaRPr lang="en-US" sz="2000" dirty="0">
              <a:latin typeface="Arial" panose="020B0604020202020204" pitchFamily="34" charset="0"/>
              <a:cs typeface="Arial" panose="020B0604020202020204" pitchFamily="34" charset="0"/>
            </a:endParaRPr>
          </a:p>
          <a:p>
            <a:endParaRPr lang="en-AU" sz="2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62BD853-0779-D5F9-D884-F092D4DB9F7D}"/>
              </a:ext>
            </a:extLst>
          </p:cNvPr>
          <p:cNvSpPr txBox="1"/>
          <p:nvPr/>
        </p:nvSpPr>
        <p:spPr>
          <a:xfrm>
            <a:off x="10150997" y="5451676"/>
            <a:ext cx="2037954" cy="369332"/>
          </a:xfrm>
          <a:prstGeom prst="rect">
            <a:avLst/>
          </a:prstGeom>
          <a:noFill/>
        </p:spPr>
        <p:txBody>
          <a:bodyPr wrap="square" rtlCol="0">
            <a:spAutoFit/>
          </a:bodyPr>
          <a:lstStyle/>
          <a:p>
            <a:r>
              <a:rPr lang="en-AU" dirty="0">
                <a:solidFill>
                  <a:schemeClr val="bg2">
                    <a:lumMod val="25000"/>
                  </a:schemeClr>
                </a:solidFill>
              </a:rPr>
              <a:t>(U.S. Army, 2018)</a:t>
            </a:r>
          </a:p>
        </p:txBody>
      </p:sp>
    </p:spTree>
    <p:extLst>
      <p:ext uri="{BB962C8B-B14F-4D97-AF65-F5344CB8AC3E}">
        <p14:creationId xmlns:p14="http://schemas.microsoft.com/office/powerpoint/2010/main" val="343502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5" name="Rectangle 34">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45AD5A-A999-31AC-C7EE-FD3C41CC11C2}"/>
              </a:ext>
            </a:extLst>
          </p:cNvPr>
          <p:cNvSpPr>
            <a:spLocks noGrp="1"/>
          </p:cNvSpPr>
          <p:nvPr>
            <p:ph type="title"/>
          </p:nvPr>
        </p:nvSpPr>
        <p:spPr>
          <a:xfrm>
            <a:off x="553459" y="330739"/>
            <a:ext cx="4646904" cy="1624520"/>
          </a:xfrm>
        </p:spPr>
        <p:txBody>
          <a:bodyPr anchor="ctr">
            <a:normAutofit/>
          </a:bodyPr>
          <a:lstStyle/>
          <a:p>
            <a:r>
              <a:rPr lang="en-US" sz="4000" b="1" dirty="0"/>
              <a:t>The Problem and Bottlenecks</a:t>
            </a:r>
            <a:endParaRPr lang="en-AU" sz="4000" dirty="0"/>
          </a:p>
        </p:txBody>
      </p:sp>
      <p:sp>
        <p:nvSpPr>
          <p:cNvPr id="3" name="Content Placeholder 2">
            <a:extLst>
              <a:ext uri="{FF2B5EF4-FFF2-40B4-BE49-F238E27FC236}">
                <a16:creationId xmlns:a16="http://schemas.microsoft.com/office/drawing/2014/main" id="{DE578AE2-AAF2-7D4A-3EC2-6D7583687400}"/>
              </a:ext>
            </a:extLst>
          </p:cNvPr>
          <p:cNvSpPr>
            <a:spLocks noGrp="1"/>
          </p:cNvSpPr>
          <p:nvPr>
            <p:ph idx="1"/>
          </p:nvPr>
        </p:nvSpPr>
        <p:spPr>
          <a:xfrm>
            <a:off x="437710" y="2479813"/>
            <a:ext cx="5291757" cy="4378187"/>
          </a:xfrm>
        </p:spPr>
        <p:txBody>
          <a:bodyPr anchor="ctr">
            <a:normAutofit/>
          </a:bodyPr>
          <a:lstStyle/>
          <a:p>
            <a:r>
              <a:rPr lang="en-US" sz="2200" dirty="0">
                <a:latin typeface="Arial" panose="020B0604020202020204" pitchFamily="34" charset="0"/>
                <a:cs typeface="Arial" panose="020B0604020202020204" pitchFamily="34" charset="0"/>
              </a:rPr>
              <a:t>Multiple aircraft exhaust their Residual Flight Time concurrently.</a:t>
            </a:r>
          </a:p>
          <a:p>
            <a:r>
              <a:rPr lang="en-US" sz="2200" dirty="0">
                <a:latin typeface="Arial" panose="020B0604020202020204" pitchFamily="34" charset="0"/>
                <a:cs typeface="Arial" panose="020B0604020202020204" pitchFamily="34" charset="0"/>
              </a:rPr>
              <a:t>Finite resources such as dock space, mechanics, and components.</a:t>
            </a:r>
          </a:p>
          <a:p>
            <a:r>
              <a:rPr lang="en-US" altLang="en-US" sz="2200" dirty="0">
                <a:latin typeface="Arial" panose="020B0604020202020204" pitchFamily="34" charset="0"/>
                <a:ea typeface="Calibri" panose="020F0502020204030204" pitchFamily="34" charset="0"/>
                <a:cs typeface="Arial" panose="020B0604020202020204" pitchFamily="34" charset="0"/>
              </a:rPr>
              <a:t> Aircraft undergo scheduled maintenance events</a:t>
            </a: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Random Failures can also happen.</a:t>
            </a:r>
          </a:p>
          <a:p>
            <a:r>
              <a:rPr lang="en-US" sz="2200" dirty="0">
                <a:latin typeface="Arial" panose="020B0604020202020204" pitchFamily="34" charset="0"/>
                <a:cs typeface="Arial" panose="020B0604020202020204" pitchFamily="34" charset="0"/>
              </a:rPr>
              <a:t>This will cause volatility in availability of aircraft.</a:t>
            </a:r>
          </a:p>
          <a:p>
            <a:endParaRPr lang="en-AU" sz="2200" dirty="0">
              <a:latin typeface="Arial" panose="020B0604020202020204" pitchFamily="34" charset="0"/>
              <a:cs typeface="Arial" panose="020B0604020202020204" pitchFamily="34" charset="0"/>
            </a:endParaRPr>
          </a:p>
        </p:txBody>
      </p:sp>
      <p:pic>
        <p:nvPicPr>
          <p:cNvPr id="29" name="Picture 28" descr="Airplanes on a road">
            <a:extLst>
              <a:ext uri="{FF2B5EF4-FFF2-40B4-BE49-F238E27FC236}">
                <a16:creationId xmlns:a16="http://schemas.microsoft.com/office/drawing/2014/main" id="{3F3F97C4-1E4E-D0DA-2013-1C72D5700FB5}"/>
              </a:ext>
            </a:extLst>
          </p:cNvPr>
          <p:cNvPicPr>
            <a:picLocks noChangeAspect="1"/>
          </p:cNvPicPr>
          <p:nvPr/>
        </p:nvPicPr>
        <p:blipFill>
          <a:blip r:embed="rId3"/>
          <a:srcRect l="23740" r="17305"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8573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3C119C-6C5B-0770-1E12-2081CC78CE77}"/>
              </a:ext>
            </a:extLst>
          </p:cNvPr>
          <p:cNvSpPr>
            <a:spLocks noGrp="1"/>
          </p:cNvSpPr>
          <p:nvPr>
            <p:ph type="title"/>
          </p:nvPr>
        </p:nvSpPr>
        <p:spPr>
          <a:xfrm>
            <a:off x="838200" y="1195697"/>
            <a:ext cx="3200400" cy="4238118"/>
          </a:xfrm>
        </p:spPr>
        <p:txBody>
          <a:bodyPr>
            <a:normAutofit/>
          </a:bodyPr>
          <a:lstStyle/>
          <a:p>
            <a:r>
              <a:rPr lang="en-US">
                <a:solidFill>
                  <a:schemeClr val="bg1"/>
                </a:solidFill>
              </a:rPr>
              <a:t>Literature Review and Method Selection</a:t>
            </a:r>
            <a:endParaRPr lang="en-AU">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20" name="Content Placeholder 2">
            <a:extLst>
              <a:ext uri="{FF2B5EF4-FFF2-40B4-BE49-F238E27FC236}">
                <a16:creationId xmlns:a16="http://schemas.microsoft.com/office/drawing/2014/main" id="{25B04361-4C3D-6D2C-28A4-8ABF6472C38B}"/>
              </a:ext>
            </a:extLst>
          </p:cNvPr>
          <p:cNvGraphicFramePr>
            <a:graphicFrameLocks noGrp="1"/>
          </p:cNvGraphicFramePr>
          <p:nvPr>
            <p:ph idx="1"/>
            <p:extLst>
              <p:ext uri="{D42A27DB-BD31-4B8C-83A1-F6EECF244321}">
                <p14:modId xmlns:p14="http://schemas.microsoft.com/office/powerpoint/2010/main" val="1509040354"/>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69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E17583-7247-D2B9-C13F-B371424FC561}"/>
            </a:ext>
          </a:extLst>
        </p:cNvPr>
        <p:cNvGrpSpPr/>
        <p:nvPr/>
      </p:nvGrpSpPr>
      <p:grpSpPr>
        <a:xfrm>
          <a:off x="0" y="0"/>
          <a:ext cx="0" cy="0"/>
          <a:chOff x="0" y="0"/>
          <a:chExt cx="0" cy="0"/>
        </a:xfrm>
      </p:grpSpPr>
      <p:sp useBgFill="1">
        <p:nvSpPr>
          <p:cNvPr id="31"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A7D94F0-52A1-115F-023D-9DC071C5AD47}"/>
              </a:ext>
            </a:extLst>
          </p:cNvPr>
          <p:cNvSpPr>
            <a:spLocks noGrp="1"/>
          </p:cNvSpPr>
          <p:nvPr>
            <p:ph type="title"/>
          </p:nvPr>
        </p:nvSpPr>
        <p:spPr>
          <a:xfrm>
            <a:off x="324091" y="0"/>
            <a:ext cx="4080362" cy="1708242"/>
          </a:xfrm>
        </p:spPr>
        <p:txBody>
          <a:bodyPr anchor="ctr">
            <a:normAutofit/>
          </a:bodyPr>
          <a:lstStyle/>
          <a:p>
            <a:r>
              <a:rPr lang="en-AU" sz="4000" b="1" dirty="0"/>
              <a:t>Initial Dataset</a:t>
            </a:r>
          </a:p>
        </p:txBody>
      </p:sp>
      <p:sp>
        <p:nvSpPr>
          <p:cNvPr id="9" name="Rectangle 5">
            <a:extLst>
              <a:ext uri="{FF2B5EF4-FFF2-40B4-BE49-F238E27FC236}">
                <a16:creationId xmlns:a16="http://schemas.microsoft.com/office/drawing/2014/main" id="{B78D83E5-E1DF-1F06-8A2A-658630B39817}"/>
              </a:ext>
            </a:extLst>
          </p:cNvPr>
          <p:cNvSpPr>
            <a:spLocks noGrp="1" noChangeArrowheads="1"/>
          </p:cNvSpPr>
          <p:nvPr>
            <p:ph idx="1"/>
          </p:nvPr>
        </p:nvSpPr>
        <p:spPr bwMode="auto">
          <a:xfrm>
            <a:off x="324092" y="1088020"/>
            <a:ext cx="5010108" cy="56137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Simple Dataset provided by Northrop   Grumman Australia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10-aircraft fleet maintenance schedule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8 maintenance event with </a:t>
            </a:r>
            <a:r>
              <a:rPr lang="en-US" altLang="en-US" sz="2000" dirty="0">
                <a:latin typeface="Arial" panose="020B0604020202020204" pitchFamily="34" charset="0"/>
              </a:rPr>
              <a:t>e</a:t>
            </a:r>
            <a:r>
              <a:rPr kumimoji="0" lang="en-US" altLang="en-US" sz="2000" b="0" i="0" u="none" strike="noStrike" cap="none" normalizeH="0" baseline="0" dirty="0">
                <a:ln>
                  <a:noFill/>
                </a:ln>
                <a:effectLst/>
                <a:latin typeface="Arial" panose="020B0604020202020204" pitchFamily="34" charset="0"/>
              </a:rPr>
              <a:t>ach even lasting 60 days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Maintenance windows constrained to 320–380 days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 Initial random schedule caused heavy maintenance overlap </a:t>
            </a:r>
          </a:p>
          <a:p>
            <a:pPr marL="0" marR="0" lvl="0" indent="0" defTabSz="914400" rtl="0" eaLnBrk="0" fontAlgn="base" latinLnBrk="0" hangingPunct="0">
              <a:spcBef>
                <a:spcPct val="0"/>
              </a:spcBef>
              <a:spcAft>
                <a:spcPts val="600"/>
              </a:spcAft>
              <a:buClrTx/>
              <a:buSz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Arial" panose="020B0604020202020204" pitchFamily="34" charset="0"/>
              </a:rPr>
              <a:t>Goal</a:t>
            </a:r>
            <a:r>
              <a:rPr kumimoji="0" lang="en-US" altLang="en-US" sz="2000" b="0" i="0" u="none" strike="noStrike" cap="none" normalizeH="0" baseline="0" dirty="0">
                <a:ln>
                  <a:noFill/>
                </a:ln>
                <a:effectLst/>
                <a:latin typeface="Arial" panose="020B0604020202020204" pitchFamily="34" charset="0"/>
              </a:rPr>
              <a:t>: stagger maintenance to maximum of 2 aircraft offline </a:t>
            </a:r>
          </a:p>
        </p:txBody>
      </p:sp>
      <p:sp>
        <p:nvSpPr>
          <p:cNvPr id="32" name="Rectangle 31">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096626D-A8A2-4179-7C98-3F853F6F2463}"/>
              </a:ext>
            </a:extLst>
          </p:cNvPr>
          <p:cNvPicPr>
            <a:picLocks noChangeAspect="1"/>
          </p:cNvPicPr>
          <p:nvPr/>
        </p:nvPicPr>
        <p:blipFill>
          <a:blip r:embed="rId3"/>
          <a:stretch>
            <a:fillRect/>
          </a:stretch>
        </p:blipFill>
        <p:spPr>
          <a:xfrm>
            <a:off x="5192847" y="1565476"/>
            <a:ext cx="6999151" cy="3727048"/>
          </a:xfrm>
          <a:prstGeom prst="rect">
            <a:avLst/>
          </a:prstGeom>
        </p:spPr>
      </p:pic>
    </p:spTree>
    <p:extLst>
      <p:ext uri="{BB962C8B-B14F-4D97-AF65-F5344CB8AC3E}">
        <p14:creationId xmlns:p14="http://schemas.microsoft.com/office/powerpoint/2010/main" val="3586451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61AD0F-12D3-5351-515B-A07047409246}"/>
              </a:ext>
            </a:extLst>
          </p:cNvPr>
          <p:cNvSpPr>
            <a:spLocks noGrp="1"/>
          </p:cNvSpPr>
          <p:nvPr>
            <p:ph type="title"/>
          </p:nvPr>
        </p:nvSpPr>
        <p:spPr>
          <a:xfrm>
            <a:off x="1136397" y="502021"/>
            <a:ext cx="4959603" cy="1642969"/>
          </a:xfrm>
        </p:spPr>
        <p:txBody>
          <a:bodyPr anchor="b">
            <a:normAutofit/>
          </a:bodyPr>
          <a:lstStyle/>
          <a:p>
            <a:r>
              <a:rPr lang="en-US" b="1" dirty="0" err="1"/>
              <a:t>Optimising</a:t>
            </a:r>
            <a:r>
              <a:rPr lang="en-US" b="1" dirty="0"/>
              <a:t> the Schedule</a:t>
            </a:r>
            <a:endParaRPr lang="en-AU" b="1" dirty="0"/>
          </a:p>
        </p:txBody>
      </p:sp>
      <p:sp>
        <p:nvSpPr>
          <p:cNvPr id="6" name="Rectangle 1">
            <a:extLst>
              <a:ext uri="{FF2B5EF4-FFF2-40B4-BE49-F238E27FC236}">
                <a16:creationId xmlns:a16="http://schemas.microsoft.com/office/drawing/2014/main" id="{F8BEF4C3-5F95-5C39-C590-C583F101968E}"/>
              </a:ext>
            </a:extLst>
          </p:cNvPr>
          <p:cNvSpPr>
            <a:spLocks noGrp="1" noChangeArrowheads="1"/>
          </p:cNvSpPr>
          <p:nvPr>
            <p:ph idx="1"/>
          </p:nvPr>
        </p:nvSpPr>
        <p:spPr bwMode="auto">
          <a:xfrm>
            <a:off x="1136397" y="2144990"/>
            <a:ext cx="4959603" cy="37959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Implemented a Best-Improvement Neighbourhood Search</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lang="en-US" altLang="en-US" sz="2000" dirty="0">
                <a:latin typeface="Arial" panose="020B0604020202020204" pitchFamily="34" charset="0"/>
              </a:rPr>
              <a:t>1. </a:t>
            </a:r>
            <a:r>
              <a:rPr kumimoji="0" lang="en-US" altLang="en-US" sz="2000" b="0" i="0" u="none" strike="noStrike" cap="none" normalizeH="0" baseline="0" dirty="0" err="1">
                <a:ln>
                  <a:noFill/>
                </a:ln>
                <a:effectLst/>
                <a:latin typeface="Arial" panose="020B0604020202020204" pitchFamily="34" charset="0"/>
              </a:rPr>
              <a:t>Maximise</a:t>
            </a:r>
            <a:r>
              <a:rPr kumimoji="0" lang="en-US" altLang="en-US" sz="2000" b="0" i="0" u="none" strike="noStrike" cap="none" normalizeH="0" baseline="0" dirty="0">
                <a:ln>
                  <a:noFill/>
                </a:ln>
                <a:effectLst/>
                <a:latin typeface="Arial" panose="020B0604020202020204" pitchFamily="34" charset="0"/>
              </a:rPr>
              <a:t> minimum fleet availability </a:t>
            </a:r>
          </a:p>
          <a:p>
            <a:pPr marL="0" marR="0" lvl="0" indent="0" defTabSz="914400" rtl="0" eaLnBrk="0" fontAlgn="base" latinLnBrk="0" hangingPunct="0">
              <a:spcBef>
                <a:spcPct val="0"/>
              </a:spcBef>
              <a:spcAft>
                <a:spcPts val="600"/>
              </a:spcAft>
              <a:buClrTx/>
              <a:buSzTx/>
              <a:buFontTx/>
              <a:buAutoNum type="arabicPeriod" startAt="2"/>
              <a:tabLst/>
            </a:pPr>
            <a:r>
              <a:rPr kumimoji="0" lang="en-US" altLang="en-US" sz="2000" b="0" i="0" u="none" strike="noStrike" cap="none" normalizeH="0" baseline="0" dirty="0" err="1">
                <a:ln>
                  <a:noFill/>
                </a:ln>
                <a:effectLst/>
                <a:latin typeface="Arial" panose="020B0604020202020204" pitchFamily="34" charset="0"/>
              </a:rPr>
              <a:t>Minimise</a:t>
            </a:r>
            <a:r>
              <a:rPr kumimoji="0" lang="en-US" altLang="en-US" sz="2000" b="0" i="0" u="none" strike="noStrike" cap="none" normalizeH="0" baseline="0" dirty="0">
                <a:ln>
                  <a:noFill/>
                </a:ln>
                <a:effectLst/>
                <a:latin typeface="Arial" panose="020B0604020202020204" pitchFamily="34" charset="0"/>
              </a:rPr>
              <a:t> availability variance (standard deviation) </a:t>
            </a:r>
          </a:p>
          <a:p>
            <a:pPr marL="0" marR="0" lvl="0" indent="0" defTabSz="914400" rtl="0" eaLnBrk="0" fontAlgn="base" latinLnBrk="0" hangingPunct="0">
              <a:spcBef>
                <a:spcPct val="0"/>
              </a:spcBef>
              <a:spcAft>
                <a:spcPts val="600"/>
              </a:spcAft>
              <a:buClrTx/>
              <a:buSzTx/>
              <a:buFontTx/>
              <a:buAutoNum type="arabicPeriod" startAt="2"/>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Produced a smoother and more balanced schedule </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pic>
        <p:nvPicPr>
          <p:cNvPr id="7" name="Picture 6">
            <a:extLst>
              <a:ext uri="{FF2B5EF4-FFF2-40B4-BE49-F238E27FC236}">
                <a16:creationId xmlns:a16="http://schemas.microsoft.com/office/drawing/2014/main" id="{08F29261-A05C-A617-9507-997E370A4E6F}"/>
              </a:ext>
            </a:extLst>
          </p:cNvPr>
          <p:cNvPicPr>
            <a:picLocks noChangeAspect="1"/>
          </p:cNvPicPr>
          <p:nvPr/>
        </p:nvPicPr>
        <p:blipFill>
          <a:blip r:embed="rId3"/>
          <a:stretch>
            <a:fillRect/>
          </a:stretch>
        </p:blipFill>
        <p:spPr>
          <a:xfrm>
            <a:off x="5968000" y="1303493"/>
            <a:ext cx="5926857" cy="3126416"/>
          </a:xfrm>
          <a:prstGeom prst="rect">
            <a:avLst/>
          </a:prstGeom>
        </p:spPr>
      </p:pic>
      <p:sp>
        <p:nvSpPr>
          <p:cNvPr id="24" name="Rectangle 2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295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31BE-3F5B-89B5-E6DD-3C9C02762E56}"/>
              </a:ext>
            </a:extLst>
          </p:cNvPr>
          <p:cNvSpPr>
            <a:spLocks noGrp="1"/>
          </p:cNvSpPr>
          <p:nvPr>
            <p:ph type="title"/>
          </p:nvPr>
        </p:nvSpPr>
        <p:spPr>
          <a:xfrm>
            <a:off x="730761" y="0"/>
            <a:ext cx="10515600" cy="1325563"/>
          </a:xfrm>
        </p:spPr>
        <p:txBody>
          <a:bodyPr/>
          <a:lstStyle/>
          <a:p>
            <a:r>
              <a:rPr lang="en-AU" b="1" dirty="0"/>
              <a:t>Extended Heavy maintenance dataset	</a:t>
            </a:r>
          </a:p>
        </p:txBody>
      </p:sp>
      <p:sp>
        <p:nvSpPr>
          <p:cNvPr id="4" name="Rectangle 1">
            <a:extLst>
              <a:ext uri="{FF2B5EF4-FFF2-40B4-BE49-F238E27FC236}">
                <a16:creationId xmlns:a16="http://schemas.microsoft.com/office/drawing/2014/main" id="{A0DADB02-035B-53CF-9962-E4276D021B31}"/>
              </a:ext>
            </a:extLst>
          </p:cNvPr>
          <p:cNvSpPr>
            <a:spLocks noGrp="1" noChangeArrowheads="1"/>
          </p:cNvSpPr>
          <p:nvPr>
            <p:ph idx="1"/>
          </p:nvPr>
        </p:nvSpPr>
        <p:spPr bwMode="auto">
          <a:xfrm>
            <a:off x="513136" y="1026500"/>
            <a:ext cx="5748703" cy="3085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AU" sz="2400" b="1" dirty="0"/>
              <a:t>Maintenance Cycle: </a:t>
            </a:r>
            <a:r>
              <a:rPr lang="en-AU" sz="2400" dirty="0"/>
              <a:t>A → B → A → C → A → B → A → D</a:t>
            </a:r>
            <a:endParaRPr lang="en-US" sz="2400" b="1" dirty="0"/>
          </a:p>
          <a:p>
            <a:r>
              <a:rPr lang="en-US" sz="2400" dirty="0"/>
              <a:t>Minimum forecast length: 12 years </a:t>
            </a:r>
          </a:p>
          <a:p>
            <a:r>
              <a:rPr lang="en-US" sz="2400" dirty="0"/>
              <a:t>Represents 1.5 maintenance cycles</a:t>
            </a:r>
          </a:p>
          <a:p>
            <a:r>
              <a:rPr lang="en-US" sz="2400" dirty="0"/>
              <a:t>11-12 maintenance events per cycle</a:t>
            </a:r>
          </a:p>
          <a:p>
            <a:endParaRPr lang="en-AU"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493D12-EF4B-1041-B45A-3C193DD7B6E8}"/>
              </a:ext>
            </a:extLst>
          </p:cNvPr>
          <p:cNvPicPr>
            <a:picLocks noChangeAspect="1"/>
          </p:cNvPicPr>
          <p:nvPr/>
        </p:nvPicPr>
        <p:blipFill>
          <a:blip r:embed="rId3"/>
          <a:stretch>
            <a:fillRect/>
          </a:stretch>
        </p:blipFill>
        <p:spPr>
          <a:xfrm>
            <a:off x="1719068" y="3197175"/>
            <a:ext cx="8538986" cy="3403636"/>
          </a:xfrm>
          <a:prstGeom prst="rect">
            <a:avLst/>
          </a:prstGeom>
        </p:spPr>
      </p:pic>
      <p:pic>
        <p:nvPicPr>
          <p:cNvPr id="8" name="Picture 7">
            <a:extLst>
              <a:ext uri="{FF2B5EF4-FFF2-40B4-BE49-F238E27FC236}">
                <a16:creationId xmlns:a16="http://schemas.microsoft.com/office/drawing/2014/main" id="{7B7BE054-2C77-EFC1-5B63-B0D88EF391BB}"/>
              </a:ext>
            </a:extLst>
          </p:cNvPr>
          <p:cNvPicPr>
            <a:picLocks noChangeAspect="1"/>
          </p:cNvPicPr>
          <p:nvPr/>
        </p:nvPicPr>
        <p:blipFill>
          <a:blip r:embed="rId4"/>
          <a:stretch>
            <a:fillRect/>
          </a:stretch>
        </p:blipFill>
        <p:spPr>
          <a:xfrm>
            <a:off x="6261839" y="1514282"/>
            <a:ext cx="5601345" cy="1494174"/>
          </a:xfrm>
          <a:prstGeom prst="rect">
            <a:avLst/>
          </a:prstGeom>
        </p:spPr>
      </p:pic>
    </p:spTree>
    <p:extLst>
      <p:ext uri="{BB962C8B-B14F-4D97-AF65-F5344CB8AC3E}">
        <p14:creationId xmlns:p14="http://schemas.microsoft.com/office/powerpoint/2010/main" val="1800012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F1B5D-6607-B3F3-80DB-2DF2490C44FA}"/>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78A0E-4412-E1D8-63D2-94FC3D4AD19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Optimised Heavy maintenance dataset	</a:t>
            </a:r>
          </a:p>
        </p:txBody>
      </p:sp>
      <p:pic>
        <p:nvPicPr>
          <p:cNvPr id="17" name="Picture 16">
            <a:extLst>
              <a:ext uri="{FF2B5EF4-FFF2-40B4-BE49-F238E27FC236}">
                <a16:creationId xmlns:a16="http://schemas.microsoft.com/office/drawing/2014/main" id="{7BE707D9-B313-19D3-7B8A-ACCC04D0AB40}"/>
              </a:ext>
            </a:extLst>
          </p:cNvPr>
          <p:cNvPicPr>
            <a:picLocks noChangeAspect="1"/>
          </p:cNvPicPr>
          <p:nvPr/>
        </p:nvPicPr>
        <p:blipFill>
          <a:blip r:embed="rId3"/>
          <a:stretch>
            <a:fillRect/>
          </a:stretch>
        </p:blipFill>
        <p:spPr>
          <a:xfrm>
            <a:off x="2317860" y="1634284"/>
            <a:ext cx="7556280" cy="5006036"/>
          </a:xfrm>
          <a:prstGeom prst="rect">
            <a:avLst/>
          </a:prstGeom>
        </p:spPr>
      </p:pic>
      <p:sp>
        <p:nvSpPr>
          <p:cNvPr id="13" name="AutoShape 10" descr="Optimization algorithm workflow diagram">
            <a:extLst>
              <a:ext uri="{FF2B5EF4-FFF2-40B4-BE49-F238E27FC236}">
                <a16:creationId xmlns:a16="http://schemas.microsoft.com/office/drawing/2014/main" id="{21EBC921-E282-B19E-243B-300038ACDA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606155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418882-17B0-915B-638B-C4C536C466C9}"/>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E68EBB-78B6-E914-90C1-6CC53B736A8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Optimised Heavy maintenance dataset	</a:t>
            </a:r>
          </a:p>
        </p:txBody>
      </p:sp>
      <p:pic>
        <p:nvPicPr>
          <p:cNvPr id="5" name="Picture 4">
            <a:extLst>
              <a:ext uri="{FF2B5EF4-FFF2-40B4-BE49-F238E27FC236}">
                <a16:creationId xmlns:a16="http://schemas.microsoft.com/office/drawing/2014/main" id="{BC81579A-8727-45A4-0C5E-8AF40B12CC1A}"/>
              </a:ext>
            </a:extLst>
          </p:cNvPr>
          <p:cNvPicPr>
            <a:picLocks noChangeAspect="1"/>
          </p:cNvPicPr>
          <p:nvPr/>
        </p:nvPicPr>
        <p:blipFill>
          <a:blip r:embed="rId3"/>
          <a:stretch>
            <a:fillRect/>
          </a:stretch>
        </p:blipFill>
        <p:spPr>
          <a:xfrm>
            <a:off x="643467" y="1732207"/>
            <a:ext cx="10905066" cy="4280239"/>
          </a:xfrm>
          <a:prstGeom prst="rect">
            <a:avLst/>
          </a:prstGeom>
        </p:spPr>
      </p:pic>
      <p:sp>
        <p:nvSpPr>
          <p:cNvPr id="13" name="AutoShape 10" descr="Optimization algorithm workflow diagram">
            <a:extLst>
              <a:ext uri="{FF2B5EF4-FFF2-40B4-BE49-F238E27FC236}">
                <a16:creationId xmlns:a16="http://schemas.microsoft.com/office/drawing/2014/main" id="{B968A629-87FD-BE29-B42B-137ACE7B7D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2706135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F286-5669-8427-1D0F-CA345657D3AC}"/>
              </a:ext>
            </a:extLst>
          </p:cNvPr>
          <p:cNvSpPr>
            <a:spLocks noGrp="1"/>
          </p:cNvSpPr>
          <p:nvPr>
            <p:ph type="title"/>
          </p:nvPr>
        </p:nvSpPr>
        <p:spPr/>
        <p:txBody>
          <a:bodyPr/>
          <a:lstStyle/>
          <a:p>
            <a:r>
              <a:rPr lang="en-AU" dirty="0"/>
              <a:t>References</a:t>
            </a:r>
          </a:p>
        </p:txBody>
      </p:sp>
      <p:sp>
        <p:nvSpPr>
          <p:cNvPr id="3" name="Content Placeholder 2">
            <a:extLst>
              <a:ext uri="{FF2B5EF4-FFF2-40B4-BE49-F238E27FC236}">
                <a16:creationId xmlns:a16="http://schemas.microsoft.com/office/drawing/2014/main" id="{493858AE-5184-BF77-CA05-BC56957F9AE2}"/>
              </a:ext>
            </a:extLst>
          </p:cNvPr>
          <p:cNvSpPr>
            <a:spLocks noGrp="1"/>
          </p:cNvSpPr>
          <p:nvPr>
            <p:ph idx="1"/>
          </p:nvPr>
        </p:nvSpPr>
        <p:spPr/>
        <p:txBody>
          <a:bodyPr/>
          <a:lstStyle/>
          <a:p>
            <a:r>
              <a:rPr lang="en-AU" b="1" dirty="0">
                <a:latin typeface="Arial" panose="020B0604020202020204" pitchFamily="34" charset="0"/>
                <a:cs typeface="Arial" panose="020B0604020202020204" pitchFamily="34" charset="0"/>
              </a:rPr>
              <a:t>Pippin, Bradley W.</a:t>
            </a:r>
            <a:r>
              <a:rPr lang="en-AU" dirty="0">
                <a:latin typeface="Arial" panose="020B0604020202020204" pitchFamily="34" charset="0"/>
                <a:cs typeface="Arial" panose="020B0604020202020204" pitchFamily="34" charset="0"/>
              </a:rPr>
              <a:t> Allocating Flight Hours to Army Helicopters. PhD thesis, Naval Postgraduate School, 1998.</a:t>
            </a:r>
          </a:p>
          <a:p>
            <a:r>
              <a:rPr lang="en-US" b="1" dirty="0">
                <a:latin typeface="Arial" panose="020B0604020202020204" pitchFamily="34" charset="0"/>
                <a:cs typeface="Arial" panose="020B0604020202020204" pitchFamily="34" charset="0"/>
              </a:rPr>
              <a:t>U.S. Army, </a:t>
            </a:r>
            <a:r>
              <a:rPr lang="en-US" dirty="0">
                <a:latin typeface="Arial" panose="020B0604020202020204" pitchFamily="34" charset="0"/>
                <a:cs typeface="Arial" panose="020B0604020202020204" pitchFamily="34" charset="0"/>
              </a:rPr>
              <a:t>Black Hawk helicopter celebrates 40 years of aviation service with the Army, 2018.</a:t>
            </a:r>
          </a:p>
          <a:p>
            <a:r>
              <a:rPr lang="en-AU" b="1" dirty="0">
                <a:latin typeface="Arial" panose="020B0604020202020204" pitchFamily="34" charset="0"/>
                <a:cs typeface="Arial" panose="020B0604020202020204" pitchFamily="34" charset="0"/>
              </a:rPr>
              <a:t>Winata, Leonard</a:t>
            </a:r>
            <a:r>
              <a:rPr lang="en-AU" dirty="0">
                <a:latin typeface="Arial" panose="020B0604020202020204" pitchFamily="34" charset="0"/>
                <a:cs typeface="Arial" panose="020B0604020202020204" pitchFamily="34" charset="0"/>
              </a:rPr>
              <a:t>. Heuristic approaches for flight and maintenance planning of Large Fleets. Doctor of Philosophy Thesis, RMIT University, 2011.</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729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D3CBC1-2AD2-01BA-ECC0-F80F53A57024}"/>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mj-lt"/>
                <a:ea typeface="+mj-ea"/>
                <a:cs typeface="+mj-cs"/>
              </a:rPr>
              <a:t>Q&amp;A Backup: Datasets</a:t>
            </a:r>
          </a:p>
        </p:txBody>
      </p:sp>
      <p:pic>
        <p:nvPicPr>
          <p:cNvPr id="9" name="Picture 8">
            <a:extLst>
              <a:ext uri="{FF2B5EF4-FFF2-40B4-BE49-F238E27FC236}">
                <a16:creationId xmlns:a16="http://schemas.microsoft.com/office/drawing/2014/main" id="{9852A609-65F4-5063-7CDD-BDCBFC0038BE}"/>
              </a:ext>
            </a:extLst>
          </p:cNvPr>
          <p:cNvPicPr>
            <a:picLocks noChangeAspect="1"/>
          </p:cNvPicPr>
          <p:nvPr/>
        </p:nvPicPr>
        <p:blipFill>
          <a:blip r:embed="rId2"/>
          <a:stretch>
            <a:fillRect/>
          </a:stretch>
        </p:blipFill>
        <p:spPr>
          <a:xfrm>
            <a:off x="969552" y="1786551"/>
            <a:ext cx="4066431" cy="3938756"/>
          </a:xfrm>
          <a:prstGeom prst="rect">
            <a:avLst/>
          </a:prstGeom>
        </p:spPr>
      </p:pic>
      <p:pic>
        <p:nvPicPr>
          <p:cNvPr id="11" name="Picture 10">
            <a:extLst>
              <a:ext uri="{FF2B5EF4-FFF2-40B4-BE49-F238E27FC236}">
                <a16:creationId xmlns:a16="http://schemas.microsoft.com/office/drawing/2014/main" id="{BE249347-1702-E7C7-512E-1F3C9DF21FAF}"/>
              </a:ext>
            </a:extLst>
          </p:cNvPr>
          <p:cNvPicPr>
            <a:picLocks noChangeAspect="1"/>
          </p:cNvPicPr>
          <p:nvPr/>
        </p:nvPicPr>
        <p:blipFill>
          <a:blip r:embed="rId3"/>
          <a:stretch>
            <a:fillRect/>
          </a:stretch>
        </p:blipFill>
        <p:spPr>
          <a:xfrm>
            <a:off x="6251846" y="1786551"/>
            <a:ext cx="5365487" cy="3938756"/>
          </a:xfrm>
          <a:prstGeom prst="rect">
            <a:avLst/>
          </a:prstGeom>
        </p:spPr>
      </p:pic>
      <p:sp>
        <p:nvSpPr>
          <p:cNvPr id="12" name="TextBox 11">
            <a:extLst>
              <a:ext uri="{FF2B5EF4-FFF2-40B4-BE49-F238E27FC236}">
                <a16:creationId xmlns:a16="http://schemas.microsoft.com/office/drawing/2014/main" id="{3B527651-7CA6-4AC7-9223-819296932B89}"/>
              </a:ext>
            </a:extLst>
          </p:cNvPr>
          <p:cNvSpPr txBox="1"/>
          <p:nvPr/>
        </p:nvSpPr>
        <p:spPr>
          <a:xfrm>
            <a:off x="1648529" y="6341869"/>
            <a:ext cx="2708476" cy="369332"/>
          </a:xfrm>
          <a:prstGeom prst="rect">
            <a:avLst/>
          </a:prstGeom>
          <a:noFill/>
        </p:spPr>
        <p:txBody>
          <a:bodyPr wrap="square" rtlCol="0">
            <a:spAutoFit/>
          </a:bodyPr>
          <a:lstStyle/>
          <a:p>
            <a:r>
              <a:rPr lang="en-AU" dirty="0"/>
              <a:t>Initial Simple Dataset</a:t>
            </a:r>
          </a:p>
        </p:txBody>
      </p:sp>
      <p:sp>
        <p:nvSpPr>
          <p:cNvPr id="13" name="TextBox 12">
            <a:extLst>
              <a:ext uri="{FF2B5EF4-FFF2-40B4-BE49-F238E27FC236}">
                <a16:creationId xmlns:a16="http://schemas.microsoft.com/office/drawing/2014/main" id="{BCDB3FBE-CB66-024E-2A5A-9D708B4D7C2C}"/>
              </a:ext>
            </a:extLst>
          </p:cNvPr>
          <p:cNvSpPr txBox="1"/>
          <p:nvPr/>
        </p:nvSpPr>
        <p:spPr>
          <a:xfrm>
            <a:off x="7834995" y="6402920"/>
            <a:ext cx="2708476" cy="369332"/>
          </a:xfrm>
          <a:prstGeom prst="rect">
            <a:avLst/>
          </a:prstGeom>
          <a:noFill/>
        </p:spPr>
        <p:txBody>
          <a:bodyPr wrap="square" rtlCol="0">
            <a:spAutoFit/>
          </a:bodyPr>
          <a:lstStyle/>
          <a:p>
            <a:r>
              <a:rPr lang="en-AU" dirty="0"/>
              <a:t>Modified Heavy Dataset</a:t>
            </a:r>
          </a:p>
        </p:txBody>
      </p:sp>
      <p:pic>
        <p:nvPicPr>
          <p:cNvPr id="15" name="Picture 14">
            <a:extLst>
              <a:ext uri="{FF2B5EF4-FFF2-40B4-BE49-F238E27FC236}">
                <a16:creationId xmlns:a16="http://schemas.microsoft.com/office/drawing/2014/main" id="{72A4AE63-45E0-B938-3B71-04F52BE361A4}"/>
              </a:ext>
            </a:extLst>
          </p:cNvPr>
          <p:cNvPicPr>
            <a:picLocks noChangeAspect="1"/>
          </p:cNvPicPr>
          <p:nvPr/>
        </p:nvPicPr>
        <p:blipFill>
          <a:blip r:embed="rId4"/>
          <a:stretch>
            <a:fillRect/>
          </a:stretch>
        </p:blipFill>
        <p:spPr>
          <a:xfrm>
            <a:off x="808400" y="5941103"/>
            <a:ext cx="4854361" cy="350550"/>
          </a:xfrm>
          <a:prstGeom prst="rect">
            <a:avLst/>
          </a:prstGeom>
        </p:spPr>
      </p:pic>
      <p:pic>
        <p:nvPicPr>
          <p:cNvPr id="19" name="Picture 18">
            <a:extLst>
              <a:ext uri="{FF2B5EF4-FFF2-40B4-BE49-F238E27FC236}">
                <a16:creationId xmlns:a16="http://schemas.microsoft.com/office/drawing/2014/main" id="{F1F5AEB4-4870-81DC-8C48-44A9C69F99B5}"/>
              </a:ext>
            </a:extLst>
          </p:cNvPr>
          <p:cNvPicPr>
            <a:picLocks noChangeAspect="1"/>
          </p:cNvPicPr>
          <p:nvPr/>
        </p:nvPicPr>
        <p:blipFill>
          <a:blip r:embed="rId5"/>
          <a:stretch>
            <a:fillRect/>
          </a:stretch>
        </p:blipFill>
        <p:spPr>
          <a:xfrm>
            <a:off x="7834995" y="5848884"/>
            <a:ext cx="2591025" cy="457240"/>
          </a:xfrm>
          <a:prstGeom prst="rect">
            <a:avLst/>
          </a:prstGeom>
        </p:spPr>
      </p:pic>
    </p:spTree>
    <p:extLst>
      <p:ext uri="{BB962C8B-B14F-4D97-AF65-F5344CB8AC3E}">
        <p14:creationId xmlns:p14="http://schemas.microsoft.com/office/powerpoint/2010/main" val="1623446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09E4-D676-312A-2925-0C2CD7BD82FD}"/>
              </a:ext>
            </a:extLst>
          </p:cNvPr>
          <p:cNvSpPr>
            <a:spLocks noGrp="1"/>
          </p:cNvSpPr>
          <p:nvPr>
            <p:ph type="title"/>
          </p:nvPr>
        </p:nvSpPr>
        <p:spPr>
          <a:xfrm>
            <a:off x="876693" y="741391"/>
            <a:ext cx="3455821" cy="1616203"/>
          </a:xfrm>
        </p:spPr>
        <p:txBody>
          <a:bodyPr anchor="b">
            <a:normAutofit/>
          </a:bodyPr>
          <a:lstStyle/>
          <a:p>
            <a:r>
              <a:rPr lang="en-US" sz="3200" dirty="0"/>
              <a:t>Q&amp;A Backup: Future Work and Research Direction</a:t>
            </a:r>
            <a:endParaRPr lang="en-AU" sz="3200" dirty="0"/>
          </a:p>
        </p:txBody>
      </p:sp>
      <p:sp>
        <p:nvSpPr>
          <p:cNvPr id="4" name="Rectangle 1">
            <a:extLst>
              <a:ext uri="{FF2B5EF4-FFF2-40B4-BE49-F238E27FC236}">
                <a16:creationId xmlns:a16="http://schemas.microsoft.com/office/drawing/2014/main" id="{954CBAB1-6598-9422-700E-18DF863746B5}"/>
              </a:ext>
            </a:extLst>
          </p:cNvPr>
          <p:cNvSpPr>
            <a:spLocks noGrp="1" noChangeArrowheads="1"/>
          </p:cNvSpPr>
          <p:nvPr>
            <p:ph idx="1"/>
          </p:nvPr>
        </p:nvSpPr>
        <p:spPr bwMode="auto">
          <a:xfrm>
            <a:off x="876693" y="2533476"/>
            <a:ext cx="3455821" cy="3447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Semester 2 (Iteration 2)</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Introduce stochastic maintenance failures </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Investigate Simulated Annealing + VNS hybrid </a:t>
            </a:r>
            <a:r>
              <a:rPr kumimoji="0" lang="en-US" altLang="en-US" sz="1700" b="0" i="0" u="none" strike="noStrike" cap="none" normalizeH="0" baseline="0" dirty="0" err="1">
                <a:ln>
                  <a:noFill/>
                </a:ln>
                <a:effectLst/>
                <a:latin typeface="Arial" panose="020B0604020202020204" pitchFamily="34" charset="0"/>
              </a:rPr>
              <a:t>optimisation</a:t>
            </a:r>
            <a:r>
              <a:rPr kumimoji="0" lang="en-US" altLang="en-US" sz="17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Include additional operational constraints </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Improve computational efficiency </a:t>
            </a:r>
          </a:p>
          <a:p>
            <a:pPr marL="0" marR="0" lvl="0" indent="0" defTabSz="914400" rtl="0" eaLnBrk="0" fontAlgn="base" latinLnBrk="0" hangingPunct="0">
              <a:spcBef>
                <a:spcPct val="0"/>
              </a:spcBef>
              <a:spcAft>
                <a:spcPts val="600"/>
              </a:spcAft>
              <a:buClrTx/>
              <a:buSzTx/>
              <a:buFontTx/>
              <a:buChar char="•"/>
              <a:tabLst/>
            </a:pPr>
            <a:r>
              <a:rPr lang="en-US" altLang="en-US" sz="1700" dirty="0">
                <a:latin typeface="Arial" panose="020B0604020202020204" pitchFamily="34" charset="0"/>
              </a:rPr>
              <a:t>Add logistic constraints</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Creat</a:t>
            </a:r>
            <a:r>
              <a:rPr lang="en-US" altLang="en-US" sz="1700" dirty="0">
                <a:latin typeface="Arial" panose="020B0604020202020204" pitchFamily="34" charset="0"/>
              </a:rPr>
              <a:t>e </a:t>
            </a:r>
            <a:r>
              <a:rPr lang="en-US" altLang="en-US" sz="1700" dirty="0" err="1">
                <a:latin typeface="Arial" panose="020B0604020202020204" pitchFamily="34" charset="0"/>
              </a:rPr>
              <a:t>visualisations</a:t>
            </a:r>
            <a:r>
              <a:rPr lang="en-US" altLang="en-US" sz="1700" dirty="0">
                <a:latin typeface="Arial" panose="020B0604020202020204" pitchFamily="34" charset="0"/>
              </a:rPr>
              <a:t> such as number of iterations vs standard deviation</a:t>
            </a:r>
          </a:p>
        </p:txBody>
      </p:sp>
      <p:pic>
        <p:nvPicPr>
          <p:cNvPr id="5" name="Picture 4">
            <a:extLst>
              <a:ext uri="{FF2B5EF4-FFF2-40B4-BE49-F238E27FC236}">
                <a16:creationId xmlns:a16="http://schemas.microsoft.com/office/drawing/2014/main" id="{11FEE290-E7ED-EE14-0AA0-E526D2BEA4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87672" y="1069597"/>
            <a:ext cx="6389346" cy="4728115"/>
          </a:xfrm>
          <a:prstGeom prst="rect">
            <a:avLst/>
          </a:prstGeom>
        </p:spPr>
      </p:pic>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05916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BBA42-79E3-B2E7-04F2-D70FFBB4563F}"/>
              </a:ext>
            </a:extLst>
          </p:cNvPr>
          <p:cNvSpPr>
            <a:spLocks noGrp="1"/>
          </p:cNvSpPr>
          <p:nvPr>
            <p:ph type="title"/>
          </p:nvPr>
        </p:nvSpPr>
        <p:spPr/>
        <p:txBody>
          <a:bodyPr/>
          <a:lstStyle/>
          <a:p>
            <a:r>
              <a:rPr lang="en-AU" dirty="0"/>
              <a:t>Q&amp;A Backup: </a:t>
            </a:r>
            <a:r>
              <a:rPr lang="en-US" dirty="0"/>
              <a:t>Research Prototype vs Operational Implementation</a:t>
            </a:r>
            <a:endParaRPr lang="en-AU" dirty="0"/>
          </a:p>
        </p:txBody>
      </p:sp>
      <p:sp>
        <p:nvSpPr>
          <p:cNvPr id="4" name="Rectangle 1">
            <a:extLst>
              <a:ext uri="{FF2B5EF4-FFF2-40B4-BE49-F238E27FC236}">
                <a16:creationId xmlns:a16="http://schemas.microsoft.com/office/drawing/2014/main" id="{909DB661-0DB9-F4F7-9F87-58F66E2A3ABC}"/>
              </a:ext>
            </a:extLst>
          </p:cNvPr>
          <p:cNvSpPr>
            <a:spLocks noGrp="1" noChangeArrowheads="1"/>
          </p:cNvSpPr>
          <p:nvPr>
            <p:ph idx="1"/>
          </p:nvPr>
        </p:nvSpPr>
        <p:spPr bwMode="auto">
          <a:xfrm>
            <a:off x="838200" y="1922255"/>
            <a:ext cx="968912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Python used for rapid prototyping and experimentation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Real operational systems are significantly more complex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Northrop Grumman is interested in: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dirty="0" err="1">
                <a:latin typeface="Arial" panose="020B0604020202020204" pitchFamily="34" charset="0"/>
              </a:rPr>
              <a:t>O</a:t>
            </a:r>
            <a:r>
              <a:rPr kumimoji="0" lang="en-US" altLang="en-US" b="0" i="0" u="none" strike="noStrike" cap="none" normalizeH="0" baseline="0" dirty="0" err="1">
                <a:ln>
                  <a:noFill/>
                </a:ln>
                <a:solidFill>
                  <a:schemeClr val="tx1"/>
                </a:solidFill>
                <a:effectLst/>
                <a:latin typeface="Arial" panose="020B0604020202020204" pitchFamily="34" charset="0"/>
              </a:rPr>
              <a:t>ptimisation</a:t>
            </a:r>
            <a:r>
              <a:rPr kumimoji="0" lang="en-US" altLang="en-US" b="0" i="0" u="none" strike="noStrike" cap="none" normalizeH="0" baseline="0" dirty="0">
                <a:ln>
                  <a:noFill/>
                </a:ln>
                <a:solidFill>
                  <a:schemeClr val="tx1"/>
                </a:solidFill>
                <a:effectLst/>
                <a:latin typeface="Arial" panose="020B0604020202020204" pitchFamily="34" charset="0"/>
              </a:rPr>
              <a:t> concepts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scheduling strategies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algorithmic insights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Final implementation would likely integrate: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Integration with the UI (Tom’s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logistics and workforce constraints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700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A895-ECD1-D82A-D021-C859E7D2CFE5}"/>
              </a:ext>
            </a:extLst>
          </p:cNvPr>
          <p:cNvSpPr>
            <a:spLocks noGrp="1"/>
          </p:cNvSpPr>
          <p:nvPr>
            <p:ph type="title"/>
          </p:nvPr>
        </p:nvSpPr>
        <p:spPr/>
        <p:txBody>
          <a:bodyPr/>
          <a:lstStyle/>
          <a:p>
            <a:r>
              <a:rPr lang="en-AU" dirty="0"/>
              <a:t>Q&amp;A Backup: Schedule Evaluation Metrics</a:t>
            </a:r>
          </a:p>
        </p:txBody>
      </p:sp>
      <p:sp>
        <p:nvSpPr>
          <p:cNvPr id="3" name="Content Placeholder 2">
            <a:extLst>
              <a:ext uri="{FF2B5EF4-FFF2-40B4-BE49-F238E27FC236}">
                <a16:creationId xmlns:a16="http://schemas.microsoft.com/office/drawing/2014/main" id="{38A9B97C-260A-5AFF-CABA-DE66FA43056C}"/>
              </a:ext>
            </a:extLst>
          </p:cNvPr>
          <p:cNvSpPr>
            <a:spLocks noGrp="1"/>
          </p:cNvSpPr>
          <p:nvPr>
            <p:ph idx="1"/>
          </p:nvPr>
        </p:nvSpPr>
        <p:spPr/>
        <p:txBody>
          <a:bodyPr>
            <a:normAutofit fontScale="92500" lnSpcReduction="20000"/>
          </a:bodyPr>
          <a:lstStyle/>
          <a:p>
            <a:pPr marL="0" indent="0">
              <a:buNone/>
            </a:pPr>
            <a:r>
              <a:rPr lang="en-US" b="1" dirty="0"/>
              <a:t>1. Minimum Availability (Primary Objective)</a:t>
            </a:r>
          </a:p>
          <a:p>
            <a:r>
              <a:rPr lang="en-US" dirty="0" err="1"/>
              <a:t>Maximise</a:t>
            </a:r>
            <a:r>
              <a:rPr lang="en-US" dirty="0"/>
              <a:t> the minimum number of available aircraft </a:t>
            </a:r>
          </a:p>
          <a:p>
            <a:r>
              <a:rPr lang="en-US" dirty="0"/>
              <a:t>Prevents severe availability drops </a:t>
            </a:r>
          </a:p>
          <a:p>
            <a:pPr marL="0" indent="0">
              <a:buNone/>
            </a:pPr>
            <a:r>
              <a:rPr lang="en-US" b="1" dirty="0"/>
              <a:t>2. Standard Deviation (Secondary Objective)</a:t>
            </a:r>
          </a:p>
          <a:p>
            <a:r>
              <a:rPr lang="en-US" dirty="0"/>
              <a:t>Measures smoothness of availability over time </a:t>
            </a:r>
          </a:p>
          <a:p>
            <a:r>
              <a:rPr lang="en-US" dirty="0"/>
              <a:t>Lower standard deviation = more balanced schedule </a:t>
            </a:r>
          </a:p>
          <a:p>
            <a:pPr marL="0" indent="0">
              <a:buNone/>
            </a:pPr>
            <a:r>
              <a:rPr lang="en-US" b="1" dirty="0"/>
              <a:t>3. Average Availability (Tie-break Metric)</a:t>
            </a:r>
          </a:p>
          <a:p>
            <a:r>
              <a:rPr lang="en-US" dirty="0"/>
              <a:t>Used only if standard deviation is identical </a:t>
            </a:r>
          </a:p>
          <a:p>
            <a:r>
              <a:rPr lang="en-US" dirty="0"/>
              <a:t>Usually changes very little between schedules </a:t>
            </a:r>
          </a:p>
          <a:p>
            <a:r>
              <a:rPr lang="en-US" dirty="0"/>
              <a:t>Less important because total maintenance workload is fixed</a:t>
            </a:r>
          </a:p>
          <a:p>
            <a:endParaRPr lang="en-AU" dirty="0"/>
          </a:p>
        </p:txBody>
      </p:sp>
    </p:spTree>
    <p:extLst>
      <p:ext uri="{BB962C8B-B14F-4D97-AF65-F5344CB8AC3E}">
        <p14:creationId xmlns:p14="http://schemas.microsoft.com/office/powerpoint/2010/main" val="1515702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1818</TotalTime>
  <Words>1780</Words>
  <Application>Microsoft Office PowerPoint</Application>
  <PresentationFormat>Widescreen</PresentationFormat>
  <Paragraphs>153</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Why Maintenance Scheduling Matters</vt:lpstr>
      <vt:lpstr>The Problem and Bottlenecks</vt:lpstr>
      <vt:lpstr>Literature Review and Method Selection</vt:lpstr>
      <vt:lpstr>Initial Dataset</vt:lpstr>
      <vt:lpstr>Optimising the Schedule</vt:lpstr>
      <vt:lpstr>Extended Heavy maintenance dataset </vt:lpstr>
      <vt:lpstr>Optimised Heavy maintenance dataset </vt:lpstr>
      <vt:lpstr>Optimised Heavy maintenance dataset </vt:lpstr>
      <vt:lpstr>References</vt:lpstr>
      <vt:lpstr>Q&amp;A Backup: Datasets</vt:lpstr>
      <vt:lpstr>Q&amp;A Backup: Future Work and Research Direction</vt:lpstr>
      <vt:lpstr>Q&amp;A Backup: Research Prototype vs Operational Implementation</vt:lpstr>
      <vt:lpstr>Q&amp;A Backup: Schedule Evaluation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Long</dc:creator>
  <cp:lastModifiedBy>David Long</cp:lastModifiedBy>
  <cp:revision>1</cp:revision>
  <dcterms:created xsi:type="dcterms:W3CDTF">2026-03-18T14:25:52Z</dcterms:created>
  <dcterms:modified xsi:type="dcterms:W3CDTF">2026-05-15T03:42:28Z</dcterms:modified>
</cp:coreProperties>
</file>